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72" r:id="rId7"/>
    <p:sldId id="271" r:id="rId8"/>
    <p:sldId id="261" r:id="rId9"/>
    <p:sldId id="262" r:id="rId10"/>
    <p:sldId id="263" r:id="rId11"/>
    <p:sldId id="264" r:id="rId12"/>
    <p:sldId id="265" r:id="rId13"/>
    <p:sldId id="266" r:id="rId14"/>
    <p:sldId id="267" r:id="rId15"/>
    <p:sldId id="268" r:id="rId16"/>
    <p:sldId id="269" r:id="rId17"/>
    <p:sldId id="270"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3EF5785-9067-4CB0-BBC6-155DE633D015}" v="59" dt="2026-09-18T08:36:14.38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1474" autoAdjust="0"/>
    <p:restoredTop sz="94610"/>
  </p:normalViewPr>
  <p:slideViewPr>
    <p:cSldViewPr snapToGrid="0" snapToObjects="1">
      <p:cViewPr varScale="1">
        <p:scale>
          <a:sx n="74" d="100"/>
          <a:sy n="74" d="100"/>
        </p:scale>
        <p:origin x="836"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tha sushma sree" userId="c4a869f271fb4389" providerId="LiveId" clId="{D7D01D27-26A7-437C-AFE8-B76399B31B14}"/>
    <pc:docChg chg="undo custSel addSld modSld">
      <pc:chgData name="gutha sushma sree" userId="c4a869f271fb4389" providerId="LiveId" clId="{D7D01D27-26A7-437C-AFE8-B76399B31B14}" dt="2026-09-18T08:51:24.935" v="378" actId="14100"/>
      <pc:docMkLst>
        <pc:docMk/>
      </pc:docMkLst>
      <pc:sldChg chg="modSp mod">
        <pc:chgData name="gutha sushma sree" userId="c4a869f271fb4389" providerId="LiveId" clId="{D7D01D27-26A7-437C-AFE8-B76399B31B14}" dt="2026-09-18T06:52:25.589" v="210" actId="255"/>
        <pc:sldMkLst>
          <pc:docMk/>
          <pc:sldMk cId="0" sldId="256"/>
        </pc:sldMkLst>
        <pc:spChg chg="mod">
          <ac:chgData name="gutha sushma sree" userId="c4a869f271fb4389" providerId="LiveId" clId="{D7D01D27-26A7-437C-AFE8-B76399B31B14}" dt="2026-09-18T06:52:25.589" v="210" actId="255"/>
          <ac:spMkLst>
            <pc:docMk/>
            <pc:sldMk cId="0" sldId="256"/>
            <ac:spMk id="2" creationId="{00000000-0000-0000-0000-000000000000}"/>
          </ac:spMkLst>
        </pc:spChg>
        <pc:spChg chg="mod">
          <ac:chgData name="gutha sushma sree" userId="c4a869f271fb4389" providerId="LiveId" clId="{D7D01D27-26A7-437C-AFE8-B76399B31B14}" dt="2026-09-18T06:52:25.589" v="210" actId="255"/>
          <ac:spMkLst>
            <pc:docMk/>
            <pc:sldMk cId="0" sldId="256"/>
            <ac:spMk id="3" creationId="{00000000-0000-0000-0000-000000000000}"/>
          </ac:spMkLst>
        </pc:spChg>
        <pc:spChg chg="mod">
          <ac:chgData name="gutha sushma sree" userId="c4a869f271fb4389" providerId="LiveId" clId="{D7D01D27-26A7-437C-AFE8-B76399B31B14}" dt="2026-09-18T06:52:25.589" v="210" actId="255"/>
          <ac:spMkLst>
            <pc:docMk/>
            <pc:sldMk cId="0" sldId="256"/>
            <ac:spMk id="4" creationId="{00000000-0000-0000-0000-000000000000}"/>
          </ac:spMkLst>
        </pc:spChg>
        <pc:spChg chg="mod">
          <ac:chgData name="gutha sushma sree" userId="c4a869f271fb4389" providerId="LiveId" clId="{D7D01D27-26A7-437C-AFE8-B76399B31B14}" dt="2026-09-18T06:52:25.589" v="210" actId="255"/>
          <ac:spMkLst>
            <pc:docMk/>
            <pc:sldMk cId="0" sldId="256"/>
            <ac:spMk id="5" creationId="{00000000-0000-0000-0000-000000000000}"/>
          </ac:spMkLst>
        </pc:spChg>
        <pc:spChg chg="mod">
          <ac:chgData name="gutha sushma sree" userId="c4a869f271fb4389" providerId="LiveId" clId="{D7D01D27-26A7-437C-AFE8-B76399B31B14}" dt="2026-09-18T06:52:25.589" v="210" actId="255"/>
          <ac:spMkLst>
            <pc:docMk/>
            <pc:sldMk cId="0" sldId="256"/>
            <ac:spMk id="7" creationId="{00000000-0000-0000-0000-000000000000}"/>
          </ac:spMkLst>
        </pc:spChg>
        <pc:spChg chg="mod">
          <ac:chgData name="gutha sushma sree" userId="c4a869f271fb4389" providerId="LiveId" clId="{D7D01D27-26A7-437C-AFE8-B76399B31B14}" dt="2026-09-18T06:52:25.589" v="210" actId="255"/>
          <ac:spMkLst>
            <pc:docMk/>
            <pc:sldMk cId="0" sldId="256"/>
            <ac:spMk id="8" creationId="{00000000-0000-0000-0000-000000000000}"/>
          </ac:spMkLst>
        </pc:spChg>
        <pc:spChg chg="mod">
          <ac:chgData name="gutha sushma sree" userId="c4a869f271fb4389" providerId="LiveId" clId="{D7D01D27-26A7-437C-AFE8-B76399B31B14}" dt="2026-09-18T06:52:25.589" v="210" actId="255"/>
          <ac:spMkLst>
            <pc:docMk/>
            <pc:sldMk cId="0" sldId="256"/>
            <ac:spMk id="10" creationId="{00000000-0000-0000-0000-000000000000}"/>
          </ac:spMkLst>
        </pc:spChg>
        <pc:spChg chg="mod">
          <ac:chgData name="gutha sushma sree" userId="c4a869f271fb4389" providerId="LiveId" clId="{D7D01D27-26A7-437C-AFE8-B76399B31B14}" dt="2026-09-18T06:52:25.589" v="210" actId="255"/>
          <ac:spMkLst>
            <pc:docMk/>
            <pc:sldMk cId="0" sldId="256"/>
            <ac:spMk id="11" creationId="{00000000-0000-0000-0000-000000000000}"/>
          </ac:spMkLst>
        </pc:spChg>
        <pc:spChg chg="mod">
          <ac:chgData name="gutha sushma sree" userId="c4a869f271fb4389" providerId="LiveId" clId="{D7D01D27-26A7-437C-AFE8-B76399B31B14}" dt="2026-09-18T06:52:25.589" v="210" actId="255"/>
          <ac:spMkLst>
            <pc:docMk/>
            <pc:sldMk cId="0" sldId="256"/>
            <ac:spMk id="12" creationId="{00000000-0000-0000-0000-000000000000}"/>
          </ac:spMkLst>
        </pc:spChg>
        <pc:spChg chg="mod">
          <ac:chgData name="gutha sushma sree" userId="c4a869f271fb4389" providerId="LiveId" clId="{D7D01D27-26A7-437C-AFE8-B76399B31B14}" dt="2026-09-18T06:52:25.589" v="210" actId="255"/>
          <ac:spMkLst>
            <pc:docMk/>
            <pc:sldMk cId="0" sldId="256"/>
            <ac:spMk id="13" creationId="{00000000-0000-0000-0000-000000000000}"/>
          </ac:spMkLst>
        </pc:spChg>
      </pc:sldChg>
      <pc:sldChg chg="modSp mod">
        <pc:chgData name="gutha sushma sree" userId="c4a869f271fb4389" providerId="LiveId" clId="{D7D01D27-26A7-437C-AFE8-B76399B31B14}" dt="2026-09-18T06:52:10.712" v="209" actId="255"/>
        <pc:sldMkLst>
          <pc:docMk/>
          <pc:sldMk cId="0" sldId="257"/>
        </pc:sldMkLst>
        <pc:spChg chg="mod">
          <ac:chgData name="gutha sushma sree" userId="c4a869f271fb4389" providerId="LiveId" clId="{D7D01D27-26A7-437C-AFE8-B76399B31B14}" dt="2026-09-18T06:52:10.712" v="209" actId="255"/>
          <ac:spMkLst>
            <pc:docMk/>
            <pc:sldMk cId="0" sldId="257"/>
            <ac:spMk id="6" creationId="{00000000-0000-0000-0000-000000000000}"/>
          </ac:spMkLst>
        </pc:spChg>
        <pc:spChg chg="mod">
          <ac:chgData name="gutha sushma sree" userId="c4a869f271fb4389" providerId="LiveId" clId="{D7D01D27-26A7-437C-AFE8-B76399B31B14}" dt="2026-09-18T06:52:10.712" v="209" actId="255"/>
          <ac:spMkLst>
            <pc:docMk/>
            <pc:sldMk cId="0" sldId="257"/>
            <ac:spMk id="7" creationId="{00000000-0000-0000-0000-000000000000}"/>
          </ac:spMkLst>
        </pc:spChg>
        <pc:spChg chg="mod">
          <ac:chgData name="gutha sushma sree" userId="c4a869f271fb4389" providerId="LiveId" clId="{D7D01D27-26A7-437C-AFE8-B76399B31B14}" dt="2026-09-18T06:52:10.712" v="209" actId="255"/>
          <ac:spMkLst>
            <pc:docMk/>
            <pc:sldMk cId="0" sldId="257"/>
            <ac:spMk id="14" creationId="{00000000-0000-0000-0000-000000000000}"/>
          </ac:spMkLst>
        </pc:spChg>
        <pc:spChg chg="mod">
          <ac:chgData name="gutha sushma sree" userId="c4a869f271fb4389" providerId="LiveId" clId="{D7D01D27-26A7-437C-AFE8-B76399B31B14}" dt="2026-09-18T06:52:10.712" v="209" actId="255"/>
          <ac:spMkLst>
            <pc:docMk/>
            <pc:sldMk cId="0" sldId="257"/>
            <ac:spMk id="22" creationId="{00000000-0000-0000-0000-000000000000}"/>
          </ac:spMkLst>
        </pc:spChg>
        <pc:spChg chg="mod">
          <ac:chgData name="gutha sushma sree" userId="c4a869f271fb4389" providerId="LiveId" clId="{D7D01D27-26A7-437C-AFE8-B76399B31B14}" dt="2026-09-18T06:52:10.712" v="209" actId="255"/>
          <ac:spMkLst>
            <pc:docMk/>
            <pc:sldMk cId="0" sldId="257"/>
            <ac:spMk id="23" creationId="{00000000-0000-0000-0000-000000000000}"/>
          </ac:spMkLst>
        </pc:spChg>
        <pc:spChg chg="mod">
          <ac:chgData name="gutha sushma sree" userId="c4a869f271fb4389" providerId="LiveId" clId="{D7D01D27-26A7-437C-AFE8-B76399B31B14}" dt="2026-09-18T06:52:10.712" v="209" actId="255"/>
          <ac:spMkLst>
            <pc:docMk/>
            <pc:sldMk cId="0" sldId="257"/>
            <ac:spMk id="39" creationId="{00000000-0000-0000-0000-000000000000}"/>
          </ac:spMkLst>
        </pc:spChg>
        <pc:spChg chg="mod">
          <ac:chgData name="gutha sushma sree" userId="c4a869f271fb4389" providerId="LiveId" clId="{D7D01D27-26A7-437C-AFE8-B76399B31B14}" dt="2026-09-18T06:52:10.712" v="209" actId="255"/>
          <ac:spMkLst>
            <pc:docMk/>
            <pc:sldMk cId="0" sldId="257"/>
            <ac:spMk id="42" creationId="{00000000-0000-0000-0000-000000000000}"/>
          </ac:spMkLst>
        </pc:spChg>
        <pc:spChg chg="mod">
          <ac:chgData name="gutha sushma sree" userId="c4a869f271fb4389" providerId="LiveId" clId="{D7D01D27-26A7-437C-AFE8-B76399B31B14}" dt="2026-09-18T06:52:10.712" v="209" actId="255"/>
          <ac:spMkLst>
            <pc:docMk/>
            <pc:sldMk cId="0" sldId="257"/>
            <ac:spMk id="46" creationId="{00000000-0000-0000-0000-000000000000}"/>
          </ac:spMkLst>
        </pc:spChg>
        <pc:spChg chg="mod">
          <ac:chgData name="gutha sushma sree" userId="c4a869f271fb4389" providerId="LiveId" clId="{D7D01D27-26A7-437C-AFE8-B76399B31B14}" dt="2026-09-18T06:52:10.712" v="209" actId="255"/>
          <ac:spMkLst>
            <pc:docMk/>
            <pc:sldMk cId="0" sldId="257"/>
            <ac:spMk id="50" creationId="{00000000-0000-0000-0000-000000000000}"/>
          </ac:spMkLst>
        </pc:spChg>
        <pc:spChg chg="mod">
          <ac:chgData name="gutha sushma sree" userId="c4a869f271fb4389" providerId="LiveId" clId="{D7D01D27-26A7-437C-AFE8-B76399B31B14}" dt="2026-09-18T06:52:10.712" v="209" actId="255"/>
          <ac:spMkLst>
            <pc:docMk/>
            <pc:sldMk cId="0" sldId="257"/>
            <ac:spMk id="53" creationId="{00000000-0000-0000-0000-000000000000}"/>
          </ac:spMkLst>
        </pc:spChg>
      </pc:sldChg>
      <pc:sldChg chg="addSp delSp modSp mod">
        <pc:chgData name="gutha sushma sree" userId="c4a869f271fb4389" providerId="LiveId" clId="{D7D01D27-26A7-437C-AFE8-B76399B31B14}" dt="2026-09-18T08:30:56.161" v="348" actId="255"/>
        <pc:sldMkLst>
          <pc:docMk/>
          <pc:sldMk cId="0" sldId="258"/>
        </pc:sldMkLst>
        <pc:spChg chg="mod">
          <ac:chgData name="gutha sushma sree" userId="c4a869f271fb4389" providerId="LiveId" clId="{D7D01D27-26A7-437C-AFE8-B76399B31B14}" dt="2026-09-18T08:30:56.161" v="348" actId="255"/>
          <ac:spMkLst>
            <pc:docMk/>
            <pc:sldMk cId="0" sldId="258"/>
            <ac:spMk id="2" creationId="{00000000-0000-0000-0000-000000000000}"/>
          </ac:spMkLst>
        </pc:spChg>
        <pc:spChg chg="mod">
          <ac:chgData name="gutha sushma sree" userId="c4a869f271fb4389" providerId="LiveId" clId="{D7D01D27-26A7-437C-AFE8-B76399B31B14}" dt="2026-09-18T08:30:56.161" v="348" actId="255"/>
          <ac:spMkLst>
            <pc:docMk/>
            <pc:sldMk cId="0" sldId="258"/>
            <ac:spMk id="3" creationId="{00000000-0000-0000-0000-000000000000}"/>
          </ac:spMkLst>
        </pc:spChg>
        <pc:spChg chg="mod">
          <ac:chgData name="gutha sushma sree" userId="c4a869f271fb4389" providerId="LiveId" clId="{D7D01D27-26A7-437C-AFE8-B76399B31B14}" dt="2026-09-18T08:30:56.161" v="348" actId="255"/>
          <ac:spMkLst>
            <pc:docMk/>
            <pc:sldMk cId="0" sldId="258"/>
            <ac:spMk id="5" creationId="{00000000-0000-0000-0000-000000000000}"/>
          </ac:spMkLst>
        </pc:spChg>
        <pc:spChg chg="mod">
          <ac:chgData name="gutha sushma sree" userId="c4a869f271fb4389" providerId="LiveId" clId="{D7D01D27-26A7-437C-AFE8-B76399B31B14}" dt="2026-09-18T08:30:56.161" v="348" actId="255"/>
          <ac:spMkLst>
            <pc:docMk/>
            <pc:sldMk cId="0" sldId="258"/>
            <ac:spMk id="7" creationId="{00000000-0000-0000-0000-000000000000}"/>
          </ac:spMkLst>
        </pc:spChg>
        <pc:spChg chg="mod">
          <ac:chgData name="gutha sushma sree" userId="c4a869f271fb4389" providerId="LiveId" clId="{D7D01D27-26A7-437C-AFE8-B76399B31B14}" dt="2026-09-18T08:30:56.161" v="348" actId="255"/>
          <ac:spMkLst>
            <pc:docMk/>
            <pc:sldMk cId="0" sldId="258"/>
            <ac:spMk id="9" creationId="{00000000-0000-0000-0000-000000000000}"/>
          </ac:spMkLst>
        </pc:spChg>
        <pc:spChg chg="mod">
          <ac:chgData name="gutha sushma sree" userId="c4a869f271fb4389" providerId="LiveId" clId="{D7D01D27-26A7-437C-AFE8-B76399B31B14}" dt="2026-09-18T08:30:56.161" v="348" actId="255"/>
          <ac:spMkLst>
            <pc:docMk/>
            <pc:sldMk cId="0" sldId="258"/>
            <ac:spMk id="10" creationId="{00000000-0000-0000-0000-000000000000}"/>
          </ac:spMkLst>
        </pc:spChg>
        <pc:spChg chg="mod">
          <ac:chgData name="gutha sushma sree" userId="c4a869f271fb4389" providerId="LiveId" clId="{D7D01D27-26A7-437C-AFE8-B76399B31B14}" dt="2026-09-18T08:30:56.161" v="348" actId="255"/>
          <ac:spMkLst>
            <pc:docMk/>
            <pc:sldMk cId="0" sldId="258"/>
            <ac:spMk id="11" creationId="{00000000-0000-0000-0000-000000000000}"/>
          </ac:spMkLst>
        </pc:spChg>
        <pc:spChg chg="mod">
          <ac:chgData name="gutha sushma sree" userId="c4a869f271fb4389" providerId="LiveId" clId="{D7D01D27-26A7-437C-AFE8-B76399B31B14}" dt="2026-09-18T08:30:56.161" v="348" actId="255"/>
          <ac:spMkLst>
            <pc:docMk/>
            <pc:sldMk cId="0" sldId="258"/>
            <ac:spMk id="12" creationId="{00000000-0000-0000-0000-000000000000}"/>
          </ac:spMkLst>
        </pc:spChg>
        <pc:picChg chg="add del mod">
          <ac:chgData name="gutha sushma sree" userId="c4a869f271fb4389" providerId="LiveId" clId="{D7D01D27-26A7-437C-AFE8-B76399B31B14}" dt="2026-09-18T06:45:00.741" v="181" actId="478"/>
          <ac:picMkLst>
            <pc:docMk/>
            <pc:sldMk cId="0" sldId="258"/>
            <ac:picMk id="14" creationId="{1299A60D-D3CB-7FC8-8142-5692D0FD11BC}"/>
          </ac:picMkLst>
        </pc:picChg>
        <pc:picChg chg="add del mod">
          <ac:chgData name="gutha sushma sree" userId="c4a869f271fb4389" providerId="LiveId" clId="{D7D01D27-26A7-437C-AFE8-B76399B31B14}" dt="2026-09-18T06:47:08.515" v="187" actId="478"/>
          <ac:picMkLst>
            <pc:docMk/>
            <pc:sldMk cId="0" sldId="258"/>
            <ac:picMk id="16" creationId="{1243BFE3-FC23-AFBA-8503-969ED6222DE9}"/>
          </ac:picMkLst>
        </pc:picChg>
        <pc:picChg chg="add mod">
          <ac:chgData name="gutha sushma sree" userId="c4a869f271fb4389" providerId="LiveId" clId="{D7D01D27-26A7-437C-AFE8-B76399B31B14}" dt="2026-09-18T06:48:10.830" v="197" actId="1076"/>
          <ac:picMkLst>
            <pc:docMk/>
            <pc:sldMk cId="0" sldId="258"/>
            <ac:picMk id="18" creationId="{D8AB2B0F-AEBD-AE63-7A78-30931B8C5A05}"/>
          </ac:picMkLst>
        </pc:picChg>
      </pc:sldChg>
      <pc:sldChg chg="modSp mod">
        <pc:chgData name="gutha sushma sree" userId="c4a869f271fb4389" providerId="LiveId" clId="{D7D01D27-26A7-437C-AFE8-B76399B31B14}" dt="2026-09-18T08:31:04.565" v="349" actId="255"/>
        <pc:sldMkLst>
          <pc:docMk/>
          <pc:sldMk cId="0" sldId="259"/>
        </pc:sldMkLst>
        <pc:spChg chg="mod">
          <ac:chgData name="gutha sushma sree" userId="c4a869f271fb4389" providerId="LiveId" clId="{D7D01D27-26A7-437C-AFE8-B76399B31B14}" dt="2026-09-18T08:31:04.565" v="349" actId="255"/>
          <ac:spMkLst>
            <pc:docMk/>
            <pc:sldMk cId="0" sldId="259"/>
            <ac:spMk id="2" creationId="{00000000-0000-0000-0000-000000000000}"/>
          </ac:spMkLst>
        </pc:spChg>
        <pc:spChg chg="mod">
          <ac:chgData name="gutha sushma sree" userId="c4a869f271fb4389" providerId="LiveId" clId="{D7D01D27-26A7-437C-AFE8-B76399B31B14}" dt="2026-09-18T08:31:04.565" v="349" actId="255"/>
          <ac:spMkLst>
            <pc:docMk/>
            <pc:sldMk cId="0" sldId="259"/>
            <ac:spMk id="6" creationId="{00000000-0000-0000-0000-000000000000}"/>
          </ac:spMkLst>
        </pc:spChg>
        <pc:spChg chg="mod">
          <ac:chgData name="gutha sushma sree" userId="c4a869f271fb4389" providerId="LiveId" clId="{D7D01D27-26A7-437C-AFE8-B76399B31B14}" dt="2026-09-18T06:48:58.445" v="198"/>
          <ac:spMkLst>
            <pc:docMk/>
            <pc:sldMk cId="0" sldId="259"/>
            <ac:spMk id="7" creationId="{00000000-0000-0000-0000-000000000000}"/>
          </ac:spMkLst>
        </pc:spChg>
        <pc:spChg chg="mod">
          <ac:chgData name="gutha sushma sree" userId="c4a869f271fb4389" providerId="LiveId" clId="{D7D01D27-26A7-437C-AFE8-B76399B31B14}" dt="2026-09-18T06:50:38.733" v="203" actId="14100"/>
          <ac:spMkLst>
            <pc:docMk/>
            <pc:sldMk cId="0" sldId="259"/>
            <ac:spMk id="8" creationId="{00000000-0000-0000-0000-000000000000}"/>
          </ac:spMkLst>
        </pc:spChg>
        <pc:spChg chg="mod">
          <ac:chgData name="gutha sushma sree" userId="c4a869f271fb4389" providerId="LiveId" clId="{D7D01D27-26A7-437C-AFE8-B76399B31B14}" dt="2026-09-18T08:31:04.565" v="349" actId="255"/>
          <ac:spMkLst>
            <pc:docMk/>
            <pc:sldMk cId="0" sldId="259"/>
            <ac:spMk id="10" creationId="{00000000-0000-0000-0000-000000000000}"/>
          </ac:spMkLst>
        </pc:spChg>
        <pc:spChg chg="mod">
          <ac:chgData name="gutha sushma sree" userId="c4a869f271fb4389" providerId="LiveId" clId="{D7D01D27-26A7-437C-AFE8-B76399B31B14}" dt="2026-09-18T08:31:04.565" v="349" actId="255"/>
          <ac:spMkLst>
            <pc:docMk/>
            <pc:sldMk cId="0" sldId="259"/>
            <ac:spMk id="11" creationId="{00000000-0000-0000-0000-000000000000}"/>
          </ac:spMkLst>
        </pc:spChg>
        <pc:spChg chg="mod">
          <ac:chgData name="gutha sushma sree" userId="c4a869f271fb4389" providerId="LiveId" clId="{D7D01D27-26A7-437C-AFE8-B76399B31B14}" dt="2026-09-18T08:31:04.565" v="349" actId="255"/>
          <ac:spMkLst>
            <pc:docMk/>
            <pc:sldMk cId="0" sldId="259"/>
            <ac:spMk id="12" creationId="{00000000-0000-0000-0000-000000000000}"/>
          </ac:spMkLst>
        </pc:spChg>
        <pc:spChg chg="mod">
          <ac:chgData name="gutha sushma sree" userId="c4a869f271fb4389" providerId="LiveId" clId="{D7D01D27-26A7-437C-AFE8-B76399B31B14}" dt="2026-09-18T06:53:36.845" v="214" actId="14100"/>
          <ac:spMkLst>
            <pc:docMk/>
            <pc:sldMk cId="0" sldId="259"/>
            <ac:spMk id="13" creationId="{00000000-0000-0000-0000-000000000000}"/>
          </ac:spMkLst>
        </pc:spChg>
        <pc:spChg chg="mod">
          <ac:chgData name="gutha sushma sree" userId="c4a869f271fb4389" providerId="LiveId" clId="{D7D01D27-26A7-437C-AFE8-B76399B31B14}" dt="2026-09-18T08:31:04.565" v="349" actId="255"/>
          <ac:spMkLst>
            <pc:docMk/>
            <pc:sldMk cId="0" sldId="259"/>
            <ac:spMk id="15" creationId="{00000000-0000-0000-0000-000000000000}"/>
          </ac:spMkLst>
        </pc:spChg>
        <pc:spChg chg="mod">
          <ac:chgData name="gutha sushma sree" userId="c4a869f271fb4389" providerId="LiveId" clId="{D7D01D27-26A7-437C-AFE8-B76399B31B14}" dt="2026-09-18T08:31:04.565" v="349" actId="255"/>
          <ac:spMkLst>
            <pc:docMk/>
            <pc:sldMk cId="0" sldId="259"/>
            <ac:spMk id="16" creationId="{00000000-0000-0000-0000-000000000000}"/>
          </ac:spMkLst>
        </pc:spChg>
        <pc:spChg chg="mod">
          <ac:chgData name="gutha sushma sree" userId="c4a869f271fb4389" providerId="LiveId" clId="{D7D01D27-26A7-437C-AFE8-B76399B31B14}" dt="2026-09-18T06:53:27.073" v="213" actId="1076"/>
          <ac:spMkLst>
            <pc:docMk/>
            <pc:sldMk cId="0" sldId="259"/>
            <ac:spMk id="17" creationId="{00000000-0000-0000-0000-000000000000}"/>
          </ac:spMkLst>
        </pc:spChg>
        <pc:spChg chg="mod">
          <ac:chgData name="gutha sushma sree" userId="c4a869f271fb4389" providerId="LiveId" clId="{D7D01D27-26A7-437C-AFE8-B76399B31B14}" dt="2026-09-18T06:54:40.860" v="219" actId="14100"/>
          <ac:spMkLst>
            <pc:docMk/>
            <pc:sldMk cId="0" sldId="259"/>
            <ac:spMk id="18" creationId="{00000000-0000-0000-0000-000000000000}"/>
          </ac:spMkLst>
        </pc:spChg>
        <pc:spChg chg="mod">
          <ac:chgData name="gutha sushma sree" userId="c4a869f271fb4389" providerId="LiveId" clId="{D7D01D27-26A7-437C-AFE8-B76399B31B14}" dt="2026-09-18T08:31:04.565" v="349" actId="255"/>
          <ac:spMkLst>
            <pc:docMk/>
            <pc:sldMk cId="0" sldId="259"/>
            <ac:spMk id="20" creationId="{00000000-0000-0000-0000-000000000000}"/>
          </ac:spMkLst>
        </pc:spChg>
        <pc:spChg chg="mod">
          <ac:chgData name="gutha sushma sree" userId="c4a869f271fb4389" providerId="LiveId" clId="{D7D01D27-26A7-437C-AFE8-B76399B31B14}" dt="2026-09-18T08:31:04.565" v="349" actId="255"/>
          <ac:spMkLst>
            <pc:docMk/>
            <pc:sldMk cId="0" sldId="259"/>
            <ac:spMk id="21" creationId="{00000000-0000-0000-0000-000000000000}"/>
          </ac:spMkLst>
        </pc:spChg>
        <pc:spChg chg="mod">
          <ac:chgData name="gutha sushma sree" userId="c4a869f271fb4389" providerId="LiveId" clId="{D7D01D27-26A7-437C-AFE8-B76399B31B14}" dt="2026-09-18T06:54:45.948" v="220" actId="1076"/>
          <ac:spMkLst>
            <pc:docMk/>
            <pc:sldMk cId="0" sldId="259"/>
            <ac:spMk id="22" creationId="{00000000-0000-0000-0000-000000000000}"/>
          </ac:spMkLst>
        </pc:spChg>
        <pc:spChg chg="mod">
          <ac:chgData name="gutha sushma sree" userId="c4a869f271fb4389" providerId="LiveId" clId="{D7D01D27-26A7-437C-AFE8-B76399B31B14}" dt="2026-09-18T08:31:04.565" v="349" actId="255"/>
          <ac:spMkLst>
            <pc:docMk/>
            <pc:sldMk cId="0" sldId="259"/>
            <ac:spMk id="23" creationId="{00000000-0000-0000-0000-000000000000}"/>
          </ac:spMkLst>
        </pc:spChg>
      </pc:sldChg>
      <pc:sldChg chg="addSp delSp modSp mod">
        <pc:chgData name="gutha sushma sree" userId="c4a869f271fb4389" providerId="LiveId" clId="{D7D01D27-26A7-437C-AFE8-B76399B31B14}" dt="2026-09-18T08:31:11.360" v="350" actId="255"/>
        <pc:sldMkLst>
          <pc:docMk/>
          <pc:sldMk cId="0" sldId="260"/>
        </pc:sldMkLst>
        <pc:spChg chg="mod">
          <ac:chgData name="gutha sushma sree" userId="c4a869f271fb4389" providerId="LiveId" clId="{D7D01D27-26A7-437C-AFE8-B76399B31B14}" dt="2026-09-18T08:31:11.360" v="350" actId="255"/>
          <ac:spMkLst>
            <pc:docMk/>
            <pc:sldMk cId="0" sldId="260"/>
            <ac:spMk id="2" creationId="{00000000-0000-0000-0000-000000000000}"/>
          </ac:spMkLst>
        </pc:spChg>
        <pc:spChg chg="mod">
          <ac:chgData name="gutha sushma sree" userId="c4a869f271fb4389" providerId="LiveId" clId="{D7D01D27-26A7-437C-AFE8-B76399B31B14}" dt="2026-09-18T08:31:11.360" v="350" actId="255"/>
          <ac:spMkLst>
            <pc:docMk/>
            <pc:sldMk cId="0" sldId="260"/>
            <ac:spMk id="3" creationId="{00000000-0000-0000-0000-000000000000}"/>
          </ac:spMkLst>
        </pc:spChg>
        <pc:spChg chg="mod">
          <ac:chgData name="gutha sushma sree" userId="c4a869f271fb4389" providerId="LiveId" clId="{D7D01D27-26A7-437C-AFE8-B76399B31B14}" dt="2026-09-18T08:31:11.360" v="350" actId="255"/>
          <ac:spMkLst>
            <pc:docMk/>
            <pc:sldMk cId="0" sldId="260"/>
            <ac:spMk id="4" creationId="{00000000-0000-0000-0000-000000000000}"/>
          </ac:spMkLst>
        </pc:spChg>
        <pc:spChg chg="mod">
          <ac:chgData name="gutha sushma sree" userId="c4a869f271fb4389" providerId="LiveId" clId="{D7D01D27-26A7-437C-AFE8-B76399B31B14}" dt="2026-09-18T08:31:11.360" v="350" actId="255"/>
          <ac:spMkLst>
            <pc:docMk/>
            <pc:sldMk cId="0" sldId="260"/>
            <ac:spMk id="5" creationId="{00000000-0000-0000-0000-000000000000}"/>
          </ac:spMkLst>
        </pc:spChg>
        <pc:spChg chg="mod">
          <ac:chgData name="gutha sushma sree" userId="c4a869f271fb4389" providerId="LiveId" clId="{D7D01D27-26A7-437C-AFE8-B76399B31B14}" dt="2026-09-18T08:31:11.360" v="350" actId="255"/>
          <ac:spMkLst>
            <pc:docMk/>
            <pc:sldMk cId="0" sldId="260"/>
            <ac:spMk id="7" creationId="{00000000-0000-0000-0000-000000000000}"/>
          </ac:spMkLst>
        </pc:spChg>
        <pc:spChg chg="mod">
          <ac:chgData name="gutha sushma sree" userId="c4a869f271fb4389" providerId="LiveId" clId="{D7D01D27-26A7-437C-AFE8-B76399B31B14}" dt="2026-09-18T08:31:11.360" v="350" actId="255"/>
          <ac:spMkLst>
            <pc:docMk/>
            <pc:sldMk cId="0" sldId="260"/>
            <ac:spMk id="8" creationId="{00000000-0000-0000-0000-000000000000}"/>
          </ac:spMkLst>
        </pc:spChg>
        <pc:spChg chg="add del">
          <ac:chgData name="gutha sushma sree" userId="c4a869f271fb4389" providerId="LiveId" clId="{D7D01D27-26A7-437C-AFE8-B76399B31B14}" dt="2026-09-18T08:21:17.247" v="290" actId="22"/>
          <ac:spMkLst>
            <pc:docMk/>
            <pc:sldMk cId="0" sldId="260"/>
            <ac:spMk id="10" creationId="{E7285541-6CB3-BE1A-572A-85A0F175FC4D}"/>
          </ac:spMkLst>
        </pc:spChg>
        <pc:graphicFrameChg chg="mod modGraphic">
          <ac:chgData name="gutha sushma sree" userId="c4a869f271fb4389" providerId="LiveId" clId="{D7D01D27-26A7-437C-AFE8-B76399B31B14}" dt="2026-09-18T08:24:06.136" v="305"/>
          <ac:graphicFrameMkLst>
            <pc:docMk/>
            <pc:sldMk cId="0" sldId="260"/>
            <ac:graphicFrameMk id="6" creationId="{00000000-0000-0000-0000-000000000000}"/>
          </ac:graphicFrameMkLst>
        </pc:graphicFrameChg>
      </pc:sldChg>
      <pc:sldChg chg="modSp mod">
        <pc:chgData name="gutha sushma sree" userId="c4a869f271fb4389" providerId="LiveId" clId="{D7D01D27-26A7-437C-AFE8-B76399B31B14}" dt="2026-09-18T08:30:03.992" v="346" actId="1076"/>
        <pc:sldMkLst>
          <pc:docMk/>
          <pc:sldMk cId="0" sldId="261"/>
        </pc:sldMkLst>
        <pc:spChg chg="mod">
          <ac:chgData name="gutha sushma sree" userId="c4a869f271fb4389" providerId="LiveId" clId="{D7D01D27-26A7-437C-AFE8-B76399B31B14}" dt="2026-09-18T08:26:30.297" v="312" actId="255"/>
          <ac:spMkLst>
            <pc:docMk/>
            <pc:sldMk cId="0" sldId="261"/>
            <ac:spMk id="2" creationId="{00000000-0000-0000-0000-000000000000}"/>
          </ac:spMkLst>
        </pc:spChg>
        <pc:spChg chg="mod">
          <ac:chgData name="gutha sushma sree" userId="c4a869f271fb4389" providerId="LiveId" clId="{D7D01D27-26A7-437C-AFE8-B76399B31B14}" dt="2026-09-18T08:26:30.297" v="312" actId="255"/>
          <ac:spMkLst>
            <pc:docMk/>
            <pc:sldMk cId="0" sldId="261"/>
            <ac:spMk id="3" creationId="{00000000-0000-0000-0000-000000000000}"/>
          </ac:spMkLst>
        </pc:spChg>
        <pc:spChg chg="mod">
          <ac:chgData name="gutha sushma sree" userId="c4a869f271fb4389" providerId="LiveId" clId="{D7D01D27-26A7-437C-AFE8-B76399B31B14}" dt="2026-09-18T08:28:44.665" v="333" actId="1076"/>
          <ac:spMkLst>
            <pc:docMk/>
            <pc:sldMk cId="0" sldId="261"/>
            <ac:spMk id="4" creationId="{00000000-0000-0000-0000-000000000000}"/>
          </ac:spMkLst>
        </pc:spChg>
        <pc:spChg chg="mod">
          <ac:chgData name="gutha sushma sree" userId="c4a869f271fb4389" providerId="LiveId" clId="{D7D01D27-26A7-437C-AFE8-B76399B31B14}" dt="2026-09-18T08:28:53.162" v="335" actId="1076"/>
          <ac:spMkLst>
            <pc:docMk/>
            <pc:sldMk cId="0" sldId="261"/>
            <ac:spMk id="5" creationId="{00000000-0000-0000-0000-000000000000}"/>
          </ac:spMkLst>
        </pc:spChg>
        <pc:spChg chg="mod">
          <ac:chgData name="gutha sushma sree" userId="c4a869f271fb4389" providerId="LiveId" clId="{D7D01D27-26A7-437C-AFE8-B76399B31B14}" dt="2026-09-18T08:28:47.273" v="334" actId="1076"/>
          <ac:spMkLst>
            <pc:docMk/>
            <pc:sldMk cId="0" sldId="261"/>
            <ac:spMk id="6" creationId="{00000000-0000-0000-0000-000000000000}"/>
          </ac:spMkLst>
        </pc:spChg>
        <pc:spChg chg="mod">
          <ac:chgData name="gutha sushma sree" userId="c4a869f271fb4389" providerId="LiveId" clId="{D7D01D27-26A7-437C-AFE8-B76399B31B14}" dt="2026-09-18T08:28:31.529" v="330" actId="1076"/>
          <ac:spMkLst>
            <pc:docMk/>
            <pc:sldMk cId="0" sldId="261"/>
            <ac:spMk id="7" creationId="{00000000-0000-0000-0000-000000000000}"/>
          </ac:spMkLst>
        </pc:spChg>
        <pc:spChg chg="mod">
          <ac:chgData name="gutha sushma sree" userId="c4a869f271fb4389" providerId="LiveId" clId="{D7D01D27-26A7-437C-AFE8-B76399B31B14}" dt="2026-09-18T08:28:40.079" v="332" actId="1076"/>
          <ac:spMkLst>
            <pc:docMk/>
            <pc:sldMk cId="0" sldId="261"/>
            <ac:spMk id="8" creationId="{00000000-0000-0000-0000-000000000000}"/>
          </ac:spMkLst>
        </pc:spChg>
        <pc:spChg chg="mod">
          <ac:chgData name="gutha sushma sree" userId="c4a869f271fb4389" providerId="LiveId" clId="{D7D01D27-26A7-437C-AFE8-B76399B31B14}" dt="2026-09-18T08:28:36.718" v="331" actId="1076"/>
          <ac:spMkLst>
            <pc:docMk/>
            <pc:sldMk cId="0" sldId="261"/>
            <ac:spMk id="9" creationId="{00000000-0000-0000-0000-000000000000}"/>
          </ac:spMkLst>
        </pc:spChg>
        <pc:spChg chg="mod">
          <ac:chgData name="gutha sushma sree" userId="c4a869f271fb4389" providerId="LiveId" clId="{D7D01D27-26A7-437C-AFE8-B76399B31B14}" dt="2026-09-18T08:28:16.517" v="327" actId="1076"/>
          <ac:spMkLst>
            <pc:docMk/>
            <pc:sldMk cId="0" sldId="261"/>
            <ac:spMk id="10" creationId="{00000000-0000-0000-0000-000000000000}"/>
          </ac:spMkLst>
        </pc:spChg>
        <pc:spChg chg="mod">
          <ac:chgData name="gutha sushma sree" userId="c4a869f271fb4389" providerId="LiveId" clId="{D7D01D27-26A7-437C-AFE8-B76399B31B14}" dt="2026-09-18T08:28:25.887" v="329" actId="1076"/>
          <ac:spMkLst>
            <pc:docMk/>
            <pc:sldMk cId="0" sldId="261"/>
            <ac:spMk id="11" creationId="{00000000-0000-0000-0000-000000000000}"/>
          </ac:spMkLst>
        </pc:spChg>
        <pc:spChg chg="mod">
          <ac:chgData name="gutha sushma sree" userId="c4a869f271fb4389" providerId="LiveId" clId="{D7D01D27-26A7-437C-AFE8-B76399B31B14}" dt="2026-09-18T08:28:22.742" v="328" actId="1076"/>
          <ac:spMkLst>
            <pc:docMk/>
            <pc:sldMk cId="0" sldId="261"/>
            <ac:spMk id="12" creationId="{00000000-0000-0000-0000-000000000000}"/>
          </ac:spMkLst>
        </pc:spChg>
        <pc:spChg chg="mod">
          <ac:chgData name="gutha sushma sree" userId="c4a869f271fb4389" providerId="LiveId" clId="{D7D01D27-26A7-437C-AFE8-B76399B31B14}" dt="2026-09-18T08:29:57.788" v="344" actId="1076"/>
          <ac:spMkLst>
            <pc:docMk/>
            <pc:sldMk cId="0" sldId="261"/>
            <ac:spMk id="13" creationId="{00000000-0000-0000-0000-000000000000}"/>
          </ac:spMkLst>
        </pc:spChg>
        <pc:spChg chg="mod">
          <ac:chgData name="gutha sushma sree" userId="c4a869f271fb4389" providerId="LiveId" clId="{D7D01D27-26A7-437C-AFE8-B76399B31B14}" dt="2026-09-18T08:29:53.310" v="343" actId="1076"/>
          <ac:spMkLst>
            <pc:docMk/>
            <pc:sldMk cId="0" sldId="261"/>
            <ac:spMk id="14" creationId="{00000000-0000-0000-0000-000000000000}"/>
          </ac:spMkLst>
        </pc:spChg>
        <pc:spChg chg="mod">
          <ac:chgData name="gutha sushma sree" userId="c4a869f271fb4389" providerId="LiveId" clId="{D7D01D27-26A7-437C-AFE8-B76399B31B14}" dt="2026-09-18T08:30:03.992" v="346" actId="1076"/>
          <ac:spMkLst>
            <pc:docMk/>
            <pc:sldMk cId="0" sldId="261"/>
            <ac:spMk id="15" creationId="{00000000-0000-0000-0000-000000000000}"/>
          </ac:spMkLst>
        </pc:spChg>
        <pc:spChg chg="mod">
          <ac:chgData name="gutha sushma sree" userId="c4a869f271fb4389" providerId="LiveId" clId="{D7D01D27-26A7-437C-AFE8-B76399B31B14}" dt="2026-09-18T08:30:00.807" v="345" actId="1076"/>
          <ac:spMkLst>
            <pc:docMk/>
            <pc:sldMk cId="0" sldId="261"/>
            <ac:spMk id="16" creationId="{00000000-0000-0000-0000-000000000000}"/>
          </ac:spMkLst>
        </pc:spChg>
        <pc:spChg chg="mod">
          <ac:chgData name="gutha sushma sree" userId="c4a869f271fb4389" providerId="LiveId" clId="{D7D01D27-26A7-437C-AFE8-B76399B31B14}" dt="2026-09-18T08:27:23.440" v="320" actId="20577"/>
          <ac:spMkLst>
            <pc:docMk/>
            <pc:sldMk cId="0" sldId="261"/>
            <ac:spMk id="17" creationId="{00000000-0000-0000-0000-000000000000}"/>
          </ac:spMkLst>
        </pc:spChg>
        <pc:spChg chg="mod">
          <ac:chgData name="gutha sushma sree" userId="c4a869f271fb4389" providerId="LiveId" clId="{D7D01D27-26A7-437C-AFE8-B76399B31B14}" dt="2026-09-18T08:26:30.297" v="312" actId="255"/>
          <ac:spMkLst>
            <pc:docMk/>
            <pc:sldMk cId="0" sldId="261"/>
            <ac:spMk id="18" creationId="{00000000-0000-0000-0000-000000000000}"/>
          </ac:spMkLst>
        </pc:spChg>
        <pc:spChg chg="mod">
          <ac:chgData name="gutha sushma sree" userId="c4a869f271fb4389" providerId="LiveId" clId="{D7D01D27-26A7-437C-AFE8-B76399B31B14}" dt="2026-09-18T08:26:30.297" v="312" actId="255"/>
          <ac:spMkLst>
            <pc:docMk/>
            <pc:sldMk cId="0" sldId="261"/>
            <ac:spMk id="19" creationId="{00000000-0000-0000-0000-000000000000}"/>
          </ac:spMkLst>
        </pc:spChg>
      </pc:sldChg>
      <pc:sldChg chg="modSp mod">
        <pc:chgData name="gutha sushma sree" userId="c4a869f271fb4389" providerId="LiveId" clId="{D7D01D27-26A7-437C-AFE8-B76399B31B14}" dt="2026-09-18T08:34:25.513" v="367" actId="20577"/>
        <pc:sldMkLst>
          <pc:docMk/>
          <pc:sldMk cId="0" sldId="262"/>
        </pc:sldMkLst>
        <pc:spChg chg="mod">
          <ac:chgData name="gutha sushma sree" userId="c4a869f271fb4389" providerId="LiveId" clId="{D7D01D27-26A7-437C-AFE8-B76399B31B14}" dt="2026-09-18T08:32:29.828" v="353" actId="255"/>
          <ac:spMkLst>
            <pc:docMk/>
            <pc:sldMk cId="0" sldId="262"/>
            <ac:spMk id="2" creationId="{00000000-0000-0000-0000-000000000000}"/>
          </ac:spMkLst>
        </pc:spChg>
        <pc:spChg chg="mod">
          <ac:chgData name="gutha sushma sree" userId="c4a869f271fb4389" providerId="LiveId" clId="{D7D01D27-26A7-437C-AFE8-B76399B31B14}" dt="2026-09-18T08:32:33.234" v="354" actId="20577"/>
          <ac:spMkLst>
            <pc:docMk/>
            <pc:sldMk cId="0" sldId="262"/>
            <ac:spMk id="4" creationId="{00000000-0000-0000-0000-000000000000}"/>
          </ac:spMkLst>
        </pc:spChg>
        <pc:spChg chg="mod">
          <ac:chgData name="gutha sushma sree" userId="c4a869f271fb4389" providerId="LiveId" clId="{D7D01D27-26A7-437C-AFE8-B76399B31B14}" dt="2026-09-18T08:34:04.676" v="360" actId="20577"/>
          <ac:spMkLst>
            <pc:docMk/>
            <pc:sldMk cId="0" sldId="262"/>
            <ac:spMk id="8" creationId="{00000000-0000-0000-0000-000000000000}"/>
          </ac:spMkLst>
        </pc:spChg>
        <pc:spChg chg="mod">
          <ac:chgData name="gutha sushma sree" userId="c4a869f271fb4389" providerId="LiveId" clId="{D7D01D27-26A7-437C-AFE8-B76399B31B14}" dt="2026-09-18T08:32:29.828" v="353" actId="255"/>
          <ac:spMkLst>
            <pc:docMk/>
            <pc:sldMk cId="0" sldId="262"/>
            <ac:spMk id="11" creationId="{00000000-0000-0000-0000-000000000000}"/>
          </ac:spMkLst>
        </pc:spChg>
        <pc:spChg chg="mod">
          <ac:chgData name="gutha sushma sree" userId="c4a869f271fb4389" providerId="LiveId" clId="{D7D01D27-26A7-437C-AFE8-B76399B31B14}" dt="2026-09-18T08:34:07.622" v="362" actId="20577"/>
          <ac:spMkLst>
            <pc:docMk/>
            <pc:sldMk cId="0" sldId="262"/>
            <ac:spMk id="12" creationId="{00000000-0000-0000-0000-000000000000}"/>
          </ac:spMkLst>
        </pc:spChg>
        <pc:spChg chg="mod">
          <ac:chgData name="gutha sushma sree" userId="c4a869f271fb4389" providerId="LiveId" clId="{D7D01D27-26A7-437C-AFE8-B76399B31B14}" dt="2026-09-18T08:32:29.828" v="353" actId="255"/>
          <ac:spMkLst>
            <pc:docMk/>
            <pc:sldMk cId="0" sldId="262"/>
            <ac:spMk id="15" creationId="{00000000-0000-0000-0000-000000000000}"/>
          </ac:spMkLst>
        </pc:spChg>
        <pc:spChg chg="mod">
          <ac:chgData name="gutha sushma sree" userId="c4a869f271fb4389" providerId="LiveId" clId="{D7D01D27-26A7-437C-AFE8-B76399B31B14}" dt="2026-09-18T08:34:10.425" v="364" actId="20577"/>
          <ac:spMkLst>
            <pc:docMk/>
            <pc:sldMk cId="0" sldId="262"/>
            <ac:spMk id="16" creationId="{00000000-0000-0000-0000-000000000000}"/>
          </ac:spMkLst>
        </pc:spChg>
        <pc:spChg chg="mod">
          <ac:chgData name="gutha sushma sree" userId="c4a869f271fb4389" providerId="LiveId" clId="{D7D01D27-26A7-437C-AFE8-B76399B31B14}" dt="2026-09-18T08:32:29.828" v="353" actId="255"/>
          <ac:spMkLst>
            <pc:docMk/>
            <pc:sldMk cId="0" sldId="262"/>
            <ac:spMk id="19" creationId="{00000000-0000-0000-0000-000000000000}"/>
          </ac:spMkLst>
        </pc:spChg>
        <pc:spChg chg="mod">
          <ac:chgData name="gutha sushma sree" userId="c4a869f271fb4389" providerId="LiveId" clId="{D7D01D27-26A7-437C-AFE8-B76399B31B14}" dt="2026-09-18T08:34:25.513" v="367" actId="20577"/>
          <ac:spMkLst>
            <pc:docMk/>
            <pc:sldMk cId="0" sldId="262"/>
            <ac:spMk id="20" creationId="{00000000-0000-0000-0000-000000000000}"/>
          </ac:spMkLst>
        </pc:spChg>
        <pc:spChg chg="mod">
          <ac:chgData name="gutha sushma sree" userId="c4a869f271fb4389" providerId="LiveId" clId="{D7D01D27-26A7-437C-AFE8-B76399B31B14}" dt="2026-09-18T08:32:39.184" v="355" actId="20577"/>
          <ac:spMkLst>
            <pc:docMk/>
            <pc:sldMk cId="0" sldId="262"/>
            <ac:spMk id="21" creationId="{00000000-0000-0000-0000-000000000000}"/>
          </ac:spMkLst>
        </pc:spChg>
        <pc:spChg chg="mod">
          <ac:chgData name="gutha sushma sree" userId="c4a869f271fb4389" providerId="LiveId" clId="{D7D01D27-26A7-437C-AFE8-B76399B31B14}" dt="2026-09-18T08:32:29.828" v="353" actId="255"/>
          <ac:spMkLst>
            <pc:docMk/>
            <pc:sldMk cId="0" sldId="262"/>
            <ac:spMk id="22" creationId="{00000000-0000-0000-0000-000000000000}"/>
          </ac:spMkLst>
        </pc:spChg>
      </pc:sldChg>
      <pc:sldChg chg="addSp modSp mod">
        <pc:chgData name="gutha sushma sree" userId="c4a869f271fb4389" providerId="LiveId" clId="{D7D01D27-26A7-437C-AFE8-B76399B31B14}" dt="2026-09-18T08:51:24.935" v="378" actId="14100"/>
        <pc:sldMkLst>
          <pc:docMk/>
          <pc:sldMk cId="0" sldId="263"/>
        </pc:sldMkLst>
        <pc:spChg chg="mod">
          <ac:chgData name="gutha sushma sree" userId="c4a869f271fb4389" providerId="LiveId" clId="{D7D01D27-26A7-437C-AFE8-B76399B31B14}" dt="2026-09-18T08:36:26.851" v="370" actId="1076"/>
          <ac:spMkLst>
            <pc:docMk/>
            <pc:sldMk cId="0" sldId="263"/>
            <ac:spMk id="5" creationId="{00000000-0000-0000-0000-000000000000}"/>
          </ac:spMkLst>
        </pc:spChg>
        <pc:spChg chg="mod">
          <ac:chgData name="gutha sushma sree" userId="c4a869f271fb4389" providerId="LiveId" clId="{D7D01D27-26A7-437C-AFE8-B76399B31B14}" dt="2026-09-18T08:36:47.257" v="375" actId="20577"/>
          <ac:spMkLst>
            <pc:docMk/>
            <pc:sldMk cId="0" sldId="263"/>
            <ac:spMk id="6" creationId="{00000000-0000-0000-0000-000000000000}"/>
          </ac:spMkLst>
        </pc:spChg>
        <pc:picChg chg="add mod">
          <ac:chgData name="gutha sushma sree" userId="c4a869f271fb4389" providerId="LiveId" clId="{D7D01D27-26A7-437C-AFE8-B76399B31B14}" dt="2026-09-18T08:51:24.935" v="378" actId="14100"/>
          <ac:picMkLst>
            <pc:docMk/>
            <pc:sldMk cId="0" sldId="263"/>
            <ac:picMk id="27" creationId="{480B05B3-B440-8CDD-611B-F32EA4603D32}"/>
          </ac:picMkLst>
        </pc:picChg>
      </pc:sldChg>
      <pc:sldChg chg="modSp add mod">
        <pc:chgData name="gutha sushma sree" userId="c4a869f271fb4389" providerId="LiveId" clId="{D7D01D27-26A7-437C-AFE8-B76399B31B14}" dt="2026-09-18T08:30:44.625" v="347" actId="255"/>
        <pc:sldMkLst>
          <pc:docMk/>
          <pc:sldMk cId="1469794990" sldId="271"/>
        </pc:sldMkLst>
        <pc:spChg chg="mod">
          <ac:chgData name="gutha sushma sree" userId="c4a869f271fb4389" providerId="LiveId" clId="{D7D01D27-26A7-437C-AFE8-B76399B31B14}" dt="2026-09-18T08:30:44.625" v="347" actId="255"/>
          <ac:spMkLst>
            <pc:docMk/>
            <pc:sldMk cId="1469794990" sldId="271"/>
            <ac:spMk id="2" creationId="{000DD1F5-0480-90A2-E3B6-E56A484AE06D}"/>
          </ac:spMkLst>
        </pc:spChg>
        <pc:spChg chg="mod">
          <ac:chgData name="gutha sushma sree" userId="c4a869f271fb4389" providerId="LiveId" clId="{D7D01D27-26A7-437C-AFE8-B76399B31B14}" dt="2026-09-18T08:30:44.625" v="347" actId="255"/>
          <ac:spMkLst>
            <pc:docMk/>
            <pc:sldMk cId="1469794990" sldId="271"/>
            <ac:spMk id="3" creationId="{3664A976-475F-85AC-1E04-3AB3F01D666C}"/>
          </ac:spMkLst>
        </pc:spChg>
        <pc:spChg chg="mod">
          <ac:chgData name="gutha sushma sree" userId="c4a869f271fb4389" providerId="LiveId" clId="{D7D01D27-26A7-437C-AFE8-B76399B31B14}" dt="2026-09-18T08:30:44.625" v="347" actId="255"/>
          <ac:spMkLst>
            <pc:docMk/>
            <pc:sldMk cId="1469794990" sldId="271"/>
            <ac:spMk id="4" creationId="{D7459CBD-0444-9E71-C28F-32B19157F465}"/>
          </ac:spMkLst>
        </pc:spChg>
        <pc:spChg chg="mod">
          <ac:chgData name="gutha sushma sree" userId="c4a869f271fb4389" providerId="LiveId" clId="{D7D01D27-26A7-437C-AFE8-B76399B31B14}" dt="2026-09-18T08:30:44.625" v="347" actId="255"/>
          <ac:spMkLst>
            <pc:docMk/>
            <pc:sldMk cId="1469794990" sldId="271"/>
            <ac:spMk id="5" creationId="{69AD6180-54AA-98DC-1515-E62692511EC9}"/>
          </ac:spMkLst>
        </pc:spChg>
        <pc:spChg chg="mod">
          <ac:chgData name="gutha sushma sree" userId="c4a869f271fb4389" providerId="LiveId" clId="{D7D01D27-26A7-437C-AFE8-B76399B31B14}" dt="2026-09-18T08:30:44.625" v="347" actId="255"/>
          <ac:spMkLst>
            <pc:docMk/>
            <pc:sldMk cId="1469794990" sldId="271"/>
            <ac:spMk id="7" creationId="{67E0E1B2-A7D9-8FB9-342A-748AD2B9C896}"/>
          </ac:spMkLst>
        </pc:spChg>
        <pc:spChg chg="mod">
          <ac:chgData name="gutha sushma sree" userId="c4a869f271fb4389" providerId="LiveId" clId="{D7D01D27-26A7-437C-AFE8-B76399B31B14}" dt="2026-09-18T08:30:44.625" v="347" actId="255"/>
          <ac:spMkLst>
            <pc:docMk/>
            <pc:sldMk cId="1469794990" sldId="271"/>
            <ac:spMk id="8" creationId="{BA382481-895F-4629-A343-FB77CAF08A1F}"/>
          </ac:spMkLst>
        </pc:spChg>
        <pc:graphicFrameChg chg="mod modGraphic">
          <ac:chgData name="gutha sushma sree" userId="c4a869f271fb4389" providerId="LiveId" clId="{D7D01D27-26A7-437C-AFE8-B76399B31B14}" dt="2026-09-18T08:24:39.918" v="308"/>
          <ac:graphicFrameMkLst>
            <pc:docMk/>
            <pc:sldMk cId="1469794990" sldId="271"/>
            <ac:graphicFrameMk id="6" creationId="{A3F58FE2-787C-C936-4FDB-9A230BDC69F3}"/>
          </ac:graphicFrameMkLst>
        </pc:graphicFrameChg>
      </pc:sldChg>
      <pc:sldChg chg="modSp add mod">
        <pc:chgData name="gutha sushma sree" userId="c4a869f271fb4389" providerId="LiveId" clId="{D7D01D27-26A7-437C-AFE8-B76399B31B14}" dt="2026-09-18T08:31:19.285" v="351" actId="255"/>
        <pc:sldMkLst>
          <pc:docMk/>
          <pc:sldMk cId="3683646287" sldId="272"/>
        </pc:sldMkLst>
        <pc:spChg chg="mod">
          <ac:chgData name="gutha sushma sree" userId="c4a869f271fb4389" providerId="LiveId" clId="{D7D01D27-26A7-437C-AFE8-B76399B31B14}" dt="2026-09-18T08:31:19.285" v="351" actId="255"/>
          <ac:spMkLst>
            <pc:docMk/>
            <pc:sldMk cId="3683646287" sldId="272"/>
            <ac:spMk id="2" creationId="{D7D63FBE-3644-60BC-8C50-EBFD614AB516}"/>
          </ac:spMkLst>
        </pc:spChg>
        <pc:spChg chg="mod">
          <ac:chgData name="gutha sushma sree" userId="c4a869f271fb4389" providerId="LiveId" clId="{D7D01D27-26A7-437C-AFE8-B76399B31B14}" dt="2026-09-18T08:31:19.285" v="351" actId="255"/>
          <ac:spMkLst>
            <pc:docMk/>
            <pc:sldMk cId="3683646287" sldId="272"/>
            <ac:spMk id="3" creationId="{924FA07C-0494-3D0F-5D59-FFCCE9A17EC9}"/>
          </ac:spMkLst>
        </pc:spChg>
        <pc:spChg chg="mod">
          <ac:chgData name="gutha sushma sree" userId="c4a869f271fb4389" providerId="LiveId" clId="{D7D01D27-26A7-437C-AFE8-B76399B31B14}" dt="2026-09-18T08:31:19.285" v="351" actId="255"/>
          <ac:spMkLst>
            <pc:docMk/>
            <pc:sldMk cId="3683646287" sldId="272"/>
            <ac:spMk id="4" creationId="{4281E68B-8850-C480-DF4F-9D5A7C02482A}"/>
          </ac:spMkLst>
        </pc:spChg>
        <pc:spChg chg="mod">
          <ac:chgData name="gutha sushma sree" userId="c4a869f271fb4389" providerId="LiveId" clId="{D7D01D27-26A7-437C-AFE8-B76399B31B14}" dt="2026-09-18T08:31:19.285" v="351" actId="255"/>
          <ac:spMkLst>
            <pc:docMk/>
            <pc:sldMk cId="3683646287" sldId="272"/>
            <ac:spMk id="5" creationId="{B04B5C69-3F33-1FD7-2C12-4CA3E23556D6}"/>
          </ac:spMkLst>
        </pc:spChg>
        <pc:spChg chg="mod">
          <ac:chgData name="gutha sushma sree" userId="c4a869f271fb4389" providerId="LiveId" clId="{D7D01D27-26A7-437C-AFE8-B76399B31B14}" dt="2026-09-18T08:31:19.285" v="351" actId="255"/>
          <ac:spMkLst>
            <pc:docMk/>
            <pc:sldMk cId="3683646287" sldId="272"/>
            <ac:spMk id="7" creationId="{96AA8556-E108-E109-8B64-7056A3C1F06A}"/>
          </ac:spMkLst>
        </pc:spChg>
        <pc:spChg chg="mod">
          <ac:chgData name="gutha sushma sree" userId="c4a869f271fb4389" providerId="LiveId" clId="{D7D01D27-26A7-437C-AFE8-B76399B31B14}" dt="2026-09-18T08:31:19.285" v="351" actId="255"/>
          <ac:spMkLst>
            <pc:docMk/>
            <pc:sldMk cId="3683646287" sldId="272"/>
            <ac:spMk id="8" creationId="{A3910360-AE16-2C87-6F34-88C3E1723D25}"/>
          </ac:spMkLst>
        </pc:spChg>
        <pc:graphicFrameChg chg="mod modGraphic">
          <ac:chgData name="gutha sushma sree" userId="c4a869f271fb4389" providerId="LiveId" clId="{D7D01D27-26A7-437C-AFE8-B76399B31B14}" dt="2026-09-18T08:24:29.017" v="307"/>
          <ac:graphicFrameMkLst>
            <pc:docMk/>
            <pc:sldMk cId="3683646287" sldId="272"/>
            <ac:graphicFrameMk id="6" creationId="{858EC2F4-0EA8-9B1E-0B27-DDC338F3CBAC}"/>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805803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Model template - Minor Project review presentation for B.Tech II year. Replace every placeholder in angle brackets. Title slide: speak for 30 seconds - greet the panel, state the title, introduce the team and the guide. Do not read the slide word for word.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Keep the agenda to one slide. In a 10-12 minute review, spend the most time on literature survey, objectives and work completed.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60-90 seconds. Start broad (the domain), end narrow (your specific task). Avoid definitions copied from Wikipedia - the panel will ask for the source.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The problem statement must be ONE sentence. If you need two sentences, the scope is too wide for a minor project. The panel's first question is usually: who exactly benefits?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Do not read the table aloud. Speak about the trend: what most papers did, what results they reached, and what all of them left unsolved. Row 1 is a worked example - delete it and put your own paper there.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3B910E-D532-726B-8CCE-05BAB1AE78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FEAB21-0F4F-9271-67CE-B3F3337DB455}"/>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673FA10A-6E2E-76B7-CB59-6C43E7A1F81C}"/>
              </a:ext>
            </a:extLst>
          </p:cNvPr>
          <p:cNvSpPr>
            <a:spLocks noGrp="1"/>
          </p:cNvSpPr>
          <p:nvPr>
            <p:ph type="body" idx="1"/>
          </p:nvPr>
        </p:nvSpPr>
        <p:spPr/>
        <p:txBody>
          <a:bodyPr/>
          <a:lstStyle/>
          <a:p>
            <a:r>
              <a:rPr lang="en-US" dirty="0"/>
              <a:t>Do not read the table aloud. Speak about the trend: what most papers did, what results they reached, and what all of them left unsolved. Row 1 is a worked example - delete it and put your own paper there.</a:t>
            </a:r>
          </a:p>
        </p:txBody>
      </p:sp>
      <p:sp>
        <p:nvSpPr>
          <p:cNvPr id="4" name="Slide Number Placeholder 3">
            <a:extLst>
              <a:ext uri="{FF2B5EF4-FFF2-40B4-BE49-F238E27FC236}">
                <a16:creationId xmlns:a16="http://schemas.microsoft.com/office/drawing/2014/main" id="{98936C05-E8E3-4975-032E-52BFC429542E}"/>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42593004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976972-BCBF-2EA0-0C44-EFECEE865C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9E07F6-B11A-9E35-AA9D-E234C106DC0C}"/>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0539D7DF-B056-AF53-E59F-5B7F9475BB1C}"/>
              </a:ext>
            </a:extLst>
          </p:cNvPr>
          <p:cNvSpPr>
            <a:spLocks noGrp="1"/>
          </p:cNvSpPr>
          <p:nvPr>
            <p:ph type="body" idx="1"/>
          </p:nvPr>
        </p:nvSpPr>
        <p:spPr/>
        <p:txBody>
          <a:bodyPr/>
          <a:lstStyle/>
          <a:p>
            <a:r>
              <a:rPr lang="en-US" dirty="0"/>
              <a:t>Do not read the table aloud. Speak about the trend: what most papers did, what results they reached, and what all of them left unsolved. Row 1 is a worked example - delete it and put your own paper there.</a:t>
            </a:r>
          </a:p>
        </p:txBody>
      </p:sp>
      <p:sp>
        <p:nvSpPr>
          <p:cNvPr id="4" name="Slide Number Placeholder 3">
            <a:extLst>
              <a:ext uri="{FF2B5EF4-FFF2-40B4-BE49-F238E27FC236}">
                <a16:creationId xmlns:a16="http://schemas.microsoft.com/office/drawing/2014/main" id="{0851D55D-BD4C-7F1E-C0C9-A8295C0F0CD0}"/>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5672533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This is the slide that separates a good review from an average one. State 2-3 gaps only, and make sure each one maps to a paper you listed.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Avoid vague verbs - study, understand, analyse. Use build, classify, detect, compare, deploy. Four objectives is the right number for a minor project.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Walk the panel through the diagram left to right in under a minute, naming the input and the output first. Be ready to say where your contribution sits.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One module per team member works well - it also answers the panel question 'who did what'.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Name versions where you know them. If you have a GitHub repository, show the link here - it is strong evidence of real work.</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Be honest about status. Panels reward accurate self-assessment and penalise claims that fall apart under one question.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Adjust week numbers to your academic calendar. Showing a plan for the remaining weeks is what the panel wants to hear at Review 1.</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Do not introduce anything new here. The conclusion restates the problem, the gap and the promise - nothing else.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Use Google Scholar's 'Cite' option and pick MLA/IEEE, then fix the formatting by hand. Never cite a blog, a YouTube video or a paper you have not opened.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Keep the deck open on the architecture slide during questions - most panel questions point back to it.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B3A"/>
        </a:solidFill>
        <a:effectLst/>
      </p:bgPr>
    </p:bg>
    <p:spTree>
      <p:nvGrpSpPr>
        <p:cNvPr id="1" name=""/>
        <p:cNvGrpSpPr/>
        <p:nvPr/>
      </p:nvGrpSpPr>
      <p:grpSpPr>
        <a:xfrm>
          <a:off x="0" y="0"/>
          <a:ext cx="0" cy="0"/>
          <a:chOff x="0" y="0"/>
          <a:chExt cx="0" cy="0"/>
        </a:xfrm>
      </p:grpSpPr>
      <p:sp>
        <p:nvSpPr>
          <p:cNvPr id="2" name="Text 0"/>
          <p:cNvSpPr txBox="1"/>
          <p:nvPr/>
        </p:nvSpPr>
        <p:spPr>
          <a:xfrm>
            <a:off x="640080" y="502920"/>
            <a:ext cx="10881360" cy="274320"/>
          </a:xfrm>
          <a:prstGeom prst="rect">
            <a:avLst/>
          </a:prstGeom>
          <a:noFill/>
          <a:ln/>
        </p:spPr>
        <p:txBody>
          <a:bodyPr wrap="square" lIns="0" tIns="0" rIns="0" bIns="0" rtlCol="0" anchor="ctr"/>
          <a:lstStyle/>
          <a:p>
            <a:pPr marL="0" indent="0">
              <a:buNone/>
            </a:pPr>
            <a:r>
              <a:rPr lang="en-US" b="1" kern="0" spc="200" dirty="0">
                <a:solidFill>
                  <a:srgbClr val="C8A02C"/>
                </a:solidFill>
                <a:latin typeface="Calibri" pitchFamily="34" charset="0"/>
                <a:ea typeface="Calibri" pitchFamily="34" charset="-122"/>
                <a:cs typeface="Calibri" pitchFamily="34" charset="-120"/>
              </a:rPr>
              <a:t>KL UNIVERSITY  •  BACHUPALLY CAMPUS, HYDERABAD</a:t>
            </a:r>
            <a:endParaRPr lang="en-US" dirty="0"/>
          </a:p>
        </p:txBody>
      </p:sp>
      <p:sp>
        <p:nvSpPr>
          <p:cNvPr id="3" name="Text 1"/>
          <p:cNvSpPr txBox="1"/>
          <p:nvPr/>
        </p:nvSpPr>
        <p:spPr>
          <a:xfrm>
            <a:off x="640080" y="804672"/>
            <a:ext cx="10881360" cy="274320"/>
          </a:xfrm>
          <a:prstGeom prst="rect">
            <a:avLst/>
          </a:prstGeom>
          <a:noFill/>
          <a:ln/>
        </p:spPr>
        <p:txBody>
          <a:bodyPr wrap="square" lIns="0" tIns="0" rIns="0" bIns="0" rtlCol="0" anchor="ctr"/>
          <a:lstStyle/>
          <a:p>
            <a:pPr marL="0" indent="0">
              <a:buNone/>
            </a:pPr>
            <a:r>
              <a:rPr lang="en-US" dirty="0">
                <a:solidFill>
                  <a:srgbClr val="AEBBD6"/>
                </a:solidFill>
                <a:latin typeface="Calibri" pitchFamily="34" charset="0"/>
                <a:ea typeface="Calibri" pitchFamily="34" charset="-122"/>
                <a:cs typeface="Calibri" pitchFamily="34" charset="-120"/>
              </a:rPr>
              <a:t>Department of Computer Science &amp; Engineering</a:t>
            </a:r>
            <a:endParaRPr lang="en-US" dirty="0"/>
          </a:p>
        </p:txBody>
      </p:sp>
      <p:sp>
        <p:nvSpPr>
          <p:cNvPr id="4" name="Text 2"/>
          <p:cNvSpPr txBox="1"/>
          <p:nvPr/>
        </p:nvSpPr>
        <p:spPr>
          <a:xfrm>
            <a:off x="640080" y="1554480"/>
            <a:ext cx="10881360" cy="1005840"/>
          </a:xfrm>
          <a:prstGeom prst="rect">
            <a:avLst/>
          </a:prstGeom>
          <a:noFill/>
          <a:ln/>
        </p:spPr>
        <p:txBody>
          <a:bodyPr wrap="square" lIns="0" tIns="0" rIns="0" bIns="0" rtlCol="0" anchor="ctr"/>
          <a:lstStyle/>
          <a:p>
            <a:r>
              <a:rPr lang="en-US" sz="2800" dirty="0">
                <a:solidFill>
                  <a:schemeClr val="bg1"/>
                </a:solidFill>
              </a:rPr>
              <a:t>Credit Card Fraud Detection</a:t>
            </a:r>
          </a:p>
        </p:txBody>
      </p:sp>
      <p:sp>
        <p:nvSpPr>
          <p:cNvPr id="5" name="Text 3"/>
          <p:cNvSpPr txBox="1"/>
          <p:nvPr/>
        </p:nvSpPr>
        <p:spPr>
          <a:xfrm>
            <a:off x="640080" y="2542032"/>
            <a:ext cx="10881360" cy="475488"/>
          </a:xfrm>
          <a:prstGeom prst="rect">
            <a:avLst/>
          </a:prstGeom>
          <a:noFill/>
          <a:ln/>
        </p:spPr>
        <p:txBody>
          <a:bodyPr wrap="square" lIns="0" tIns="0" rIns="0" bIns="0" rtlCol="0" anchor="ctr"/>
          <a:lstStyle/>
          <a:p>
            <a:r>
              <a:rPr lang="en-IN" dirty="0">
                <a:solidFill>
                  <a:schemeClr val="accent4">
                    <a:lumMod val="60000"/>
                    <a:lumOff val="40000"/>
                  </a:schemeClr>
                </a:solidFill>
              </a:rPr>
              <a:t>Existing credit card fraud detection systems often struggle to detect new and complex fraud patterns, especially with highly imbalanced transaction data.</a:t>
            </a:r>
            <a:endParaRPr lang="en-US" dirty="0">
              <a:solidFill>
                <a:schemeClr val="accent4">
                  <a:lumMod val="60000"/>
                  <a:lumOff val="40000"/>
                </a:schemeClr>
              </a:solidFill>
            </a:endParaRPr>
          </a:p>
        </p:txBody>
      </p:sp>
      <p:sp>
        <p:nvSpPr>
          <p:cNvPr id="6" name="Shape 4"/>
          <p:cNvSpPr/>
          <p:nvPr/>
        </p:nvSpPr>
        <p:spPr>
          <a:xfrm>
            <a:off x="640080" y="3200400"/>
            <a:ext cx="5577840" cy="2148840"/>
          </a:xfrm>
          <a:prstGeom prst="roundRect">
            <a:avLst>
              <a:gd name="adj" fmla="val 3404"/>
            </a:avLst>
          </a:prstGeom>
          <a:solidFill>
            <a:srgbClr val="1B2A55"/>
          </a:solidFill>
          <a:ln w="12700">
            <a:solidFill>
              <a:srgbClr val="2E3F6E"/>
            </a:solidFill>
            <a:prstDash val="solid"/>
          </a:ln>
        </p:spPr>
        <p:txBody>
          <a:bodyPr/>
          <a:lstStyle/>
          <a:p>
            <a:endParaRPr lang="en-IN"/>
          </a:p>
        </p:txBody>
      </p:sp>
      <p:sp>
        <p:nvSpPr>
          <p:cNvPr id="7" name="Text 5"/>
          <p:cNvSpPr txBox="1"/>
          <p:nvPr/>
        </p:nvSpPr>
        <p:spPr>
          <a:xfrm>
            <a:off x="868680" y="3364992"/>
            <a:ext cx="5120640" cy="256032"/>
          </a:xfrm>
          <a:prstGeom prst="rect">
            <a:avLst/>
          </a:prstGeom>
          <a:noFill/>
          <a:ln/>
        </p:spPr>
        <p:txBody>
          <a:bodyPr wrap="square" lIns="0" tIns="0" rIns="0" bIns="0" rtlCol="0" anchor="ctr"/>
          <a:lstStyle/>
          <a:p>
            <a:pPr marL="0" indent="0">
              <a:buNone/>
            </a:pPr>
            <a:r>
              <a:rPr lang="en-US" b="1" kern="0" spc="150" dirty="0">
                <a:solidFill>
                  <a:srgbClr val="C8A02C"/>
                </a:solidFill>
                <a:latin typeface="Calibri" pitchFamily="34" charset="0"/>
                <a:ea typeface="Calibri" pitchFamily="34" charset="-122"/>
                <a:cs typeface="Calibri" pitchFamily="34" charset="-120"/>
              </a:rPr>
              <a:t>PRESENTED BY</a:t>
            </a:r>
            <a:endParaRPr lang="en-US" dirty="0"/>
          </a:p>
        </p:txBody>
      </p:sp>
      <p:sp>
        <p:nvSpPr>
          <p:cNvPr id="8" name="Text 6"/>
          <p:cNvSpPr txBox="1"/>
          <p:nvPr/>
        </p:nvSpPr>
        <p:spPr>
          <a:xfrm>
            <a:off x="868680" y="3657600"/>
            <a:ext cx="5120640" cy="1554480"/>
          </a:xfrm>
          <a:prstGeom prst="rect">
            <a:avLst/>
          </a:prstGeom>
          <a:noFill/>
          <a:ln/>
        </p:spPr>
        <p:txBody>
          <a:bodyPr wrap="square" lIns="0" tIns="0" rIns="0" bIns="0" rtlCol="0" anchor="ctr"/>
          <a:lstStyle/>
          <a:p>
            <a:pPr marL="0" indent="0">
              <a:lnSpc>
                <a:spcPts val="2400"/>
              </a:lnSpc>
              <a:buNone/>
            </a:pPr>
            <a:r>
              <a:rPr lang="en-US" dirty="0">
                <a:solidFill>
                  <a:srgbClr val="FFFFFF"/>
                </a:solidFill>
                <a:latin typeface="Calibri" pitchFamily="34" charset="0"/>
                <a:ea typeface="Calibri" pitchFamily="34" charset="-122"/>
                <a:cs typeface="Calibri" pitchFamily="34" charset="-120"/>
              </a:rPr>
              <a:t>2520030575  M. Likhitha   </a:t>
            </a:r>
            <a:endParaRPr lang="en-US" dirty="0"/>
          </a:p>
          <a:p>
            <a:pPr marL="0" indent="0">
              <a:lnSpc>
                <a:spcPts val="2400"/>
              </a:lnSpc>
              <a:buNone/>
            </a:pPr>
            <a:r>
              <a:rPr lang="en-US" dirty="0">
                <a:solidFill>
                  <a:srgbClr val="FFFFFF"/>
                </a:solidFill>
                <a:latin typeface="Calibri" pitchFamily="34" charset="0"/>
                <a:ea typeface="Calibri" pitchFamily="34" charset="-122"/>
                <a:cs typeface="Calibri" pitchFamily="34" charset="-120"/>
              </a:rPr>
              <a:t>2520030198  K. Vaishnavi</a:t>
            </a:r>
            <a:endParaRPr lang="en-US" dirty="0"/>
          </a:p>
        </p:txBody>
      </p:sp>
      <p:sp>
        <p:nvSpPr>
          <p:cNvPr id="9" name="Shape 7"/>
          <p:cNvSpPr/>
          <p:nvPr/>
        </p:nvSpPr>
        <p:spPr>
          <a:xfrm>
            <a:off x="6492240" y="3200400"/>
            <a:ext cx="5029200" cy="2148840"/>
          </a:xfrm>
          <a:prstGeom prst="roundRect">
            <a:avLst>
              <a:gd name="adj" fmla="val 3404"/>
            </a:avLst>
          </a:prstGeom>
          <a:solidFill>
            <a:srgbClr val="1B2A55"/>
          </a:solidFill>
          <a:ln w="12700">
            <a:solidFill>
              <a:srgbClr val="2E3F6E"/>
            </a:solidFill>
            <a:prstDash val="solid"/>
          </a:ln>
        </p:spPr>
        <p:txBody>
          <a:bodyPr/>
          <a:lstStyle/>
          <a:p>
            <a:endParaRPr lang="en-IN"/>
          </a:p>
        </p:txBody>
      </p:sp>
      <p:sp>
        <p:nvSpPr>
          <p:cNvPr id="10" name="Text 8"/>
          <p:cNvSpPr txBox="1"/>
          <p:nvPr/>
        </p:nvSpPr>
        <p:spPr>
          <a:xfrm>
            <a:off x="6720840" y="3364992"/>
            <a:ext cx="4572000" cy="256032"/>
          </a:xfrm>
          <a:prstGeom prst="rect">
            <a:avLst/>
          </a:prstGeom>
          <a:noFill/>
          <a:ln/>
        </p:spPr>
        <p:txBody>
          <a:bodyPr wrap="square" lIns="0" tIns="0" rIns="0" bIns="0" rtlCol="0" anchor="ctr"/>
          <a:lstStyle/>
          <a:p>
            <a:pPr marL="0" indent="0">
              <a:buNone/>
            </a:pPr>
            <a:r>
              <a:rPr lang="en-US" b="1" kern="0" spc="150" dirty="0">
                <a:solidFill>
                  <a:srgbClr val="C8A02C"/>
                </a:solidFill>
                <a:latin typeface="Calibri" pitchFamily="34" charset="0"/>
                <a:ea typeface="Calibri" pitchFamily="34" charset="-122"/>
                <a:cs typeface="Calibri" pitchFamily="34" charset="-120"/>
              </a:rPr>
              <a:t>UNDER THE GUIDANCE OF</a:t>
            </a:r>
            <a:endParaRPr lang="en-US" dirty="0"/>
          </a:p>
        </p:txBody>
      </p:sp>
      <p:sp>
        <p:nvSpPr>
          <p:cNvPr id="11" name="Text 9"/>
          <p:cNvSpPr txBox="1"/>
          <p:nvPr/>
        </p:nvSpPr>
        <p:spPr>
          <a:xfrm>
            <a:off x="6720840" y="3703320"/>
            <a:ext cx="4572000" cy="320040"/>
          </a:xfrm>
          <a:prstGeom prst="rect">
            <a:avLst/>
          </a:prstGeom>
          <a:noFill/>
          <a:ln/>
        </p:spPr>
        <p:txBody>
          <a:bodyPr wrap="square" lIns="0" tIns="0" rIns="0" bIns="0" rtlCol="0" anchor="ctr"/>
          <a:lstStyle/>
          <a:p>
            <a:pPr marL="0" indent="0">
              <a:buNone/>
            </a:pPr>
            <a:r>
              <a:rPr lang="en-US" b="1" dirty="0">
                <a:solidFill>
                  <a:srgbClr val="FFFFFF"/>
                </a:solidFill>
                <a:latin typeface="Calibri" pitchFamily="34" charset="0"/>
                <a:ea typeface="Calibri" pitchFamily="34" charset="-122"/>
                <a:cs typeface="Calibri" pitchFamily="34" charset="-120"/>
              </a:rPr>
              <a:t>Dr. Raghavendra</a:t>
            </a:r>
            <a:endParaRPr lang="en-US" dirty="0"/>
          </a:p>
        </p:txBody>
      </p:sp>
      <p:sp>
        <p:nvSpPr>
          <p:cNvPr id="12" name="Text 10"/>
          <p:cNvSpPr txBox="1"/>
          <p:nvPr/>
        </p:nvSpPr>
        <p:spPr>
          <a:xfrm>
            <a:off x="6720840" y="4069080"/>
            <a:ext cx="4572000" cy="640080"/>
          </a:xfrm>
          <a:prstGeom prst="rect">
            <a:avLst/>
          </a:prstGeom>
          <a:noFill/>
          <a:ln/>
        </p:spPr>
        <p:txBody>
          <a:bodyPr wrap="square" lIns="0" tIns="0" rIns="0" bIns="0" rtlCol="0" anchor="ctr"/>
          <a:lstStyle/>
          <a:p>
            <a:pPr marL="0" indent="0">
              <a:buNone/>
            </a:pPr>
            <a:r>
              <a:rPr lang="en-US" dirty="0">
                <a:solidFill>
                  <a:srgbClr val="AEBBD6"/>
                </a:solidFill>
                <a:latin typeface="Calibri" pitchFamily="34" charset="0"/>
                <a:ea typeface="Calibri" pitchFamily="34" charset="-122"/>
                <a:cs typeface="Calibri" pitchFamily="34" charset="-120"/>
              </a:rPr>
              <a:t>Designation, Department of CSE</a:t>
            </a:r>
            <a:endParaRPr lang="en-US" dirty="0"/>
          </a:p>
          <a:p>
            <a:pPr marL="0" indent="0">
              <a:buNone/>
            </a:pPr>
            <a:r>
              <a:rPr lang="en-US" dirty="0">
                <a:solidFill>
                  <a:srgbClr val="AEBBD6"/>
                </a:solidFill>
                <a:latin typeface="Calibri" pitchFamily="34" charset="0"/>
                <a:ea typeface="Calibri" pitchFamily="34" charset="-122"/>
                <a:cs typeface="Calibri" pitchFamily="34" charset="-120"/>
              </a:rPr>
              <a:t>KLH Bachupally Campus</a:t>
            </a:r>
            <a:endParaRPr lang="en-US" dirty="0"/>
          </a:p>
        </p:txBody>
      </p:sp>
      <p:sp>
        <p:nvSpPr>
          <p:cNvPr id="13" name="Text 11"/>
          <p:cNvSpPr txBox="1"/>
          <p:nvPr/>
        </p:nvSpPr>
        <p:spPr>
          <a:xfrm>
            <a:off x="640080" y="5806440"/>
            <a:ext cx="10881360" cy="274320"/>
          </a:xfrm>
          <a:prstGeom prst="rect">
            <a:avLst/>
          </a:prstGeom>
          <a:noFill/>
          <a:ln/>
        </p:spPr>
        <p:txBody>
          <a:bodyPr wrap="square" lIns="0" tIns="0" rIns="0" bIns="0" rtlCol="0" anchor="ctr"/>
          <a:lstStyle/>
          <a:p>
            <a:pPr marL="0" indent="0">
              <a:buNone/>
            </a:pPr>
            <a:r>
              <a:rPr lang="en-US" dirty="0">
                <a:solidFill>
                  <a:srgbClr val="8C9BBC"/>
                </a:solidFill>
                <a:latin typeface="Calibri" pitchFamily="34" charset="0"/>
                <a:ea typeface="Calibri" pitchFamily="34" charset="-122"/>
                <a:cs typeface="Calibri" pitchFamily="34" charset="-120"/>
              </a:rPr>
              <a:t>B.Tech II Year  |  Minor Project - Review 1  |  Academic Year 2026-27  |  Date: 19-09-2026</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47472"/>
            <a:ext cx="10515600" cy="256032"/>
          </a:xfrm>
          <a:prstGeom prst="rect">
            <a:avLst/>
          </a:prstGeom>
          <a:noFill/>
          <a:ln/>
        </p:spPr>
        <p:txBody>
          <a:bodyPr wrap="square" lIns="0" tIns="0" rIns="0" bIns="0" rtlCol="0" anchor="ctr"/>
          <a:lstStyle/>
          <a:p>
            <a:pPr marL="0" indent="0">
              <a:buNone/>
            </a:pPr>
            <a:r>
              <a:rPr lang="en-US" b="1" kern="0" spc="200" dirty="0">
                <a:solidFill>
                  <a:srgbClr val="C8A02C"/>
                </a:solidFill>
                <a:latin typeface="Calibri" pitchFamily="34" charset="0"/>
                <a:ea typeface="Calibri" pitchFamily="34" charset="-122"/>
                <a:cs typeface="Calibri" pitchFamily="34" charset="-120"/>
              </a:rPr>
              <a:t>AGENDA</a:t>
            </a:r>
            <a:endParaRPr lang="en-US"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marL="0" indent="0">
              <a:buNone/>
            </a:pPr>
            <a:r>
              <a:rPr lang="en-US" b="1" dirty="0">
                <a:solidFill>
                  <a:srgbClr val="1B2A55"/>
                </a:solidFill>
                <a:latin typeface="Cambria" pitchFamily="34" charset="0"/>
                <a:ea typeface="Cambria" pitchFamily="34" charset="-122"/>
                <a:cs typeface="Cambria" pitchFamily="34" charset="-120"/>
              </a:rPr>
              <a:t>Contents</a:t>
            </a:r>
            <a:endParaRPr lang="en-US" dirty="0"/>
          </a:p>
        </p:txBody>
      </p:sp>
      <p:sp>
        <p:nvSpPr>
          <p:cNvPr id="4" name="Shape 2"/>
          <p:cNvSpPr/>
          <p:nvPr/>
        </p:nvSpPr>
        <p:spPr>
          <a:xfrm>
            <a:off x="548640" y="1417320"/>
            <a:ext cx="5349240" cy="603504"/>
          </a:xfrm>
          <a:prstGeom prst="roundRect">
            <a:avLst>
              <a:gd name="adj" fmla="val 12121"/>
            </a:avLst>
          </a:prstGeom>
          <a:solidFill>
            <a:srgbClr val="F1F4F9"/>
          </a:solidFill>
          <a:ln w="12700">
            <a:solidFill>
              <a:srgbClr val="DDE3EC"/>
            </a:solidFill>
            <a:prstDash val="solid"/>
          </a:ln>
        </p:spPr>
        <p:txBody>
          <a:bodyPr/>
          <a:lstStyle/>
          <a:p>
            <a:endParaRPr lang="en-IN"/>
          </a:p>
        </p:txBody>
      </p:sp>
      <p:sp>
        <p:nvSpPr>
          <p:cNvPr id="5" name="Shape 3"/>
          <p:cNvSpPr/>
          <p:nvPr/>
        </p:nvSpPr>
        <p:spPr>
          <a:xfrm>
            <a:off x="731520" y="1527048"/>
            <a:ext cx="384048" cy="384048"/>
          </a:xfrm>
          <a:prstGeom prst="ellipse">
            <a:avLst/>
          </a:prstGeom>
          <a:solidFill>
            <a:srgbClr val="C8A02C"/>
          </a:solidFill>
          <a:ln/>
        </p:spPr>
        <p:txBody>
          <a:bodyPr/>
          <a:lstStyle/>
          <a:p>
            <a:endParaRPr lang="en-IN"/>
          </a:p>
        </p:txBody>
      </p:sp>
      <p:sp>
        <p:nvSpPr>
          <p:cNvPr id="6" name="Text 4"/>
          <p:cNvSpPr txBox="1"/>
          <p:nvPr/>
        </p:nvSpPr>
        <p:spPr>
          <a:xfrm>
            <a:off x="731520" y="1527048"/>
            <a:ext cx="384048" cy="384048"/>
          </a:xfrm>
          <a:prstGeom prst="rect">
            <a:avLst/>
          </a:prstGeom>
          <a:noFill/>
          <a:ln/>
        </p:spPr>
        <p:txBody>
          <a:bodyPr wrap="square" lIns="0" tIns="0" rIns="0" bIns="0" rtlCol="0" anchor="ctr"/>
          <a:lstStyle/>
          <a:p>
            <a:pPr marL="0" indent="0" algn="ctr">
              <a:buNone/>
            </a:pPr>
            <a:r>
              <a:rPr lang="en-US" b="1" dirty="0">
                <a:solidFill>
                  <a:srgbClr val="101B3A"/>
                </a:solidFill>
                <a:latin typeface="Calibri" pitchFamily="34" charset="0"/>
                <a:ea typeface="Calibri" pitchFamily="34" charset="-122"/>
                <a:cs typeface="Calibri" pitchFamily="34" charset="-120"/>
              </a:rPr>
              <a:t>1</a:t>
            </a:r>
            <a:endParaRPr lang="en-US" dirty="0"/>
          </a:p>
        </p:txBody>
      </p:sp>
      <p:sp>
        <p:nvSpPr>
          <p:cNvPr id="7" name="Text 5"/>
          <p:cNvSpPr txBox="1"/>
          <p:nvPr/>
        </p:nvSpPr>
        <p:spPr>
          <a:xfrm>
            <a:off x="1261872" y="1417320"/>
            <a:ext cx="4526280" cy="603504"/>
          </a:xfrm>
          <a:prstGeom prst="rect">
            <a:avLst/>
          </a:prstGeom>
          <a:noFill/>
          <a:ln/>
        </p:spPr>
        <p:txBody>
          <a:bodyPr wrap="square" lIns="0" tIns="0" rIns="0" bIns="0" rtlCol="0" anchor="ctr"/>
          <a:lstStyle/>
          <a:p>
            <a:pPr marL="0" indent="0">
              <a:buNone/>
            </a:pPr>
            <a:r>
              <a:rPr lang="en-US" dirty="0">
                <a:solidFill>
                  <a:srgbClr val="1F2430"/>
                </a:solidFill>
                <a:latin typeface="Calibri" pitchFamily="34" charset="0"/>
                <a:ea typeface="Calibri" pitchFamily="34" charset="-122"/>
                <a:cs typeface="Calibri" pitchFamily="34" charset="-120"/>
              </a:rPr>
              <a:t>Introduction &amp; Domain Background</a:t>
            </a:r>
            <a:endParaRPr lang="en-US" dirty="0"/>
          </a:p>
        </p:txBody>
      </p:sp>
      <p:sp>
        <p:nvSpPr>
          <p:cNvPr id="8" name="Shape 6"/>
          <p:cNvSpPr/>
          <p:nvPr/>
        </p:nvSpPr>
        <p:spPr>
          <a:xfrm>
            <a:off x="548640" y="2167128"/>
            <a:ext cx="5349240" cy="603504"/>
          </a:xfrm>
          <a:prstGeom prst="roundRect">
            <a:avLst>
              <a:gd name="adj" fmla="val 12121"/>
            </a:avLst>
          </a:prstGeom>
          <a:solidFill>
            <a:srgbClr val="F1F4F9"/>
          </a:solidFill>
          <a:ln w="12700">
            <a:solidFill>
              <a:srgbClr val="DDE3EC"/>
            </a:solidFill>
            <a:prstDash val="solid"/>
          </a:ln>
        </p:spPr>
        <p:txBody>
          <a:bodyPr/>
          <a:lstStyle/>
          <a:p>
            <a:endParaRPr lang="en-IN"/>
          </a:p>
        </p:txBody>
      </p:sp>
      <p:sp>
        <p:nvSpPr>
          <p:cNvPr id="9" name="Shape 7"/>
          <p:cNvSpPr/>
          <p:nvPr/>
        </p:nvSpPr>
        <p:spPr>
          <a:xfrm>
            <a:off x="731520" y="2276856"/>
            <a:ext cx="384048" cy="384048"/>
          </a:xfrm>
          <a:prstGeom prst="ellipse">
            <a:avLst/>
          </a:prstGeom>
          <a:solidFill>
            <a:srgbClr val="C8A02C"/>
          </a:solidFill>
          <a:ln/>
        </p:spPr>
        <p:txBody>
          <a:bodyPr/>
          <a:lstStyle/>
          <a:p>
            <a:endParaRPr lang="en-IN"/>
          </a:p>
        </p:txBody>
      </p:sp>
      <p:sp>
        <p:nvSpPr>
          <p:cNvPr id="10" name="Text 8"/>
          <p:cNvSpPr txBox="1"/>
          <p:nvPr/>
        </p:nvSpPr>
        <p:spPr>
          <a:xfrm>
            <a:off x="731520" y="2276856"/>
            <a:ext cx="384048" cy="384048"/>
          </a:xfrm>
          <a:prstGeom prst="rect">
            <a:avLst/>
          </a:prstGeom>
          <a:noFill/>
          <a:ln/>
        </p:spPr>
        <p:txBody>
          <a:bodyPr wrap="square" lIns="0" tIns="0" rIns="0" bIns="0" rtlCol="0" anchor="ctr"/>
          <a:lstStyle/>
          <a:p>
            <a:pPr marL="0" indent="0" algn="ctr">
              <a:buNone/>
            </a:pPr>
            <a:r>
              <a:rPr lang="en-US" b="1" dirty="0">
                <a:solidFill>
                  <a:srgbClr val="101B3A"/>
                </a:solidFill>
                <a:latin typeface="Calibri" pitchFamily="34" charset="0"/>
                <a:ea typeface="Calibri" pitchFamily="34" charset="-122"/>
                <a:cs typeface="Calibri" pitchFamily="34" charset="-120"/>
              </a:rPr>
              <a:t>2</a:t>
            </a:r>
            <a:endParaRPr lang="en-US" dirty="0"/>
          </a:p>
        </p:txBody>
      </p:sp>
      <p:sp>
        <p:nvSpPr>
          <p:cNvPr id="11" name="Text 9"/>
          <p:cNvSpPr txBox="1"/>
          <p:nvPr/>
        </p:nvSpPr>
        <p:spPr>
          <a:xfrm>
            <a:off x="1261872" y="2167128"/>
            <a:ext cx="4526280" cy="603504"/>
          </a:xfrm>
          <a:prstGeom prst="rect">
            <a:avLst/>
          </a:prstGeom>
          <a:noFill/>
          <a:ln/>
        </p:spPr>
        <p:txBody>
          <a:bodyPr wrap="square" lIns="0" tIns="0" rIns="0" bIns="0" rtlCol="0" anchor="ctr"/>
          <a:lstStyle/>
          <a:p>
            <a:pPr marL="0" indent="0">
              <a:buNone/>
            </a:pPr>
            <a:r>
              <a:rPr lang="en-US" dirty="0">
                <a:solidFill>
                  <a:srgbClr val="1F2430"/>
                </a:solidFill>
                <a:latin typeface="Calibri" pitchFamily="34" charset="0"/>
                <a:ea typeface="Calibri" pitchFamily="34" charset="-122"/>
                <a:cs typeface="Calibri" pitchFamily="34" charset="-120"/>
              </a:rPr>
              <a:t>Problem Statement &amp; Motivation</a:t>
            </a:r>
            <a:endParaRPr lang="en-US" dirty="0"/>
          </a:p>
        </p:txBody>
      </p:sp>
      <p:sp>
        <p:nvSpPr>
          <p:cNvPr id="12" name="Shape 10"/>
          <p:cNvSpPr/>
          <p:nvPr/>
        </p:nvSpPr>
        <p:spPr>
          <a:xfrm>
            <a:off x="548640" y="2916936"/>
            <a:ext cx="5349240" cy="603504"/>
          </a:xfrm>
          <a:prstGeom prst="roundRect">
            <a:avLst>
              <a:gd name="adj" fmla="val 12121"/>
            </a:avLst>
          </a:prstGeom>
          <a:solidFill>
            <a:srgbClr val="F1F4F9"/>
          </a:solidFill>
          <a:ln w="12700">
            <a:solidFill>
              <a:srgbClr val="DDE3EC"/>
            </a:solidFill>
            <a:prstDash val="solid"/>
          </a:ln>
        </p:spPr>
        <p:txBody>
          <a:bodyPr/>
          <a:lstStyle/>
          <a:p>
            <a:endParaRPr lang="en-IN"/>
          </a:p>
        </p:txBody>
      </p:sp>
      <p:sp>
        <p:nvSpPr>
          <p:cNvPr id="13" name="Shape 11"/>
          <p:cNvSpPr/>
          <p:nvPr/>
        </p:nvSpPr>
        <p:spPr>
          <a:xfrm>
            <a:off x="731520" y="3026664"/>
            <a:ext cx="384048" cy="384048"/>
          </a:xfrm>
          <a:prstGeom prst="ellipse">
            <a:avLst/>
          </a:prstGeom>
          <a:solidFill>
            <a:srgbClr val="C8A02C"/>
          </a:solidFill>
          <a:ln/>
        </p:spPr>
        <p:txBody>
          <a:bodyPr/>
          <a:lstStyle/>
          <a:p>
            <a:endParaRPr lang="en-IN"/>
          </a:p>
        </p:txBody>
      </p:sp>
      <p:sp>
        <p:nvSpPr>
          <p:cNvPr id="14" name="Text 12"/>
          <p:cNvSpPr txBox="1"/>
          <p:nvPr/>
        </p:nvSpPr>
        <p:spPr>
          <a:xfrm>
            <a:off x="731520" y="3026664"/>
            <a:ext cx="384048" cy="384048"/>
          </a:xfrm>
          <a:prstGeom prst="rect">
            <a:avLst/>
          </a:prstGeom>
          <a:noFill/>
          <a:ln/>
        </p:spPr>
        <p:txBody>
          <a:bodyPr wrap="square" lIns="0" tIns="0" rIns="0" bIns="0" rtlCol="0" anchor="ctr"/>
          <a:lstStyle/>
          <a:p>
            <a:pPr marL="0" indent="0" algn="ctr">
              <a:buNone/>
            </a:pPr>
            <a:r>
              <a:rPr lang="en-US" b="1" dirty="0">
                <a:solidFill>
                  <a:srgbClr val="101B3A"/>
                </a:solidFill>
                <a:latin typeface="Calibri" pitchFamily="34" charset="0"/>
                <a:ea typeface="Calibri" pitchFamily="34" charset="-122"/>
                <a:cs typeface="Calibri" pitchFamily="34" charset="-120"/>
              </a:rPr>
              <a:t>3</a:t>
            </a:r>
            <a:endParaRPr lang="en-US" dirty="0"/>
          </a:p>
        </p:txBody>
      </p:sp>
      <p:sp>
        <p:nvSpPr>
          <p:cNvPr id="15" name="Text 13"/>
          <p:cNvSpPr txBox="1"/>
          <p:nvPr/>
        </p:nvSpPr>
        <p:spPr>
          <a:xfrm>
            <a:off x="1261872" y="2916936"/>
            <a:ext cx="4526280" cy="603504"/>
          </a:xfrm>
          <a:prstGeom prst="rect">
            <a:avLst/>
          </a:prstGeom>
          <a:noFill/>
          <a:ln/>
        </p:spPr>
        <p:txBody>
          <a:bodyPr wrap="square" lIns="0" tIns="0" rIns="0" bIns="0" rtlCol="0" anchor="ctr"/>
          <a:lstStyle/>
          <a:p>
            <a:pPr marL="0" indent="0">
              <a:buNone/>
            </a:pPr>
            <a:r>
              <a:rPr lang="en-US" dirty="0">
                <a:solidFill>
                  <a:srgbClr val="1F2430"/>
                </a:solidFill>
                <a:latin typeface="Calibri" pitchFamily="34" charset="0"/>
                <a:ea typeface="Calibri" pitchFamily="34" charset="-122"/>
                <a:cs typeface="Calibri" pitchFamily="34" charset="-120"/>
              </a:rPr>
              <a:t>Literature Survey</a:t>
            </a:r>
            <a:endParaRPr lang="en-US" dirty="0"/>
          </a:p>
        </p:txBody>
      </p:sp>
      <p:sp>
        <p:nvSpPr>
          <p:cNvPr id="16" name="Shape 14"/>
          <p:cNvSpPr/>
          <p:nvPr/>
        </p:nvSpPr>
        <p:spPr>
          <a:xfrm>
            <a:off x="548640" y="3666744"/>
            <a:ext cx="5349240" cy="603504"/>
          </a:xfrm>
          <a:prstGeom prst="roundRect">
            <a:avLst>
              <a:gd name="adj" fmla="val 12121"/>
            </a:avLst>
          </a:prstGeom>
          <a:solidFill>
            <a:srgbClr val="F1F4F9"/>
          </a:solidFill>
          <a:ln w="12700">
            <a:solidFill>
              <a:srgbClr val="DDE3EC"/>
            </a:solidFill>
            <a:prstDash val="solid"/>
          </a:ln>
        </p:spPr>
        <p:txBody>
          <a:bodyPr/>
          <a:lstStyle/>
          <a:p>
            <a:endParaRPr lang="en-IN"/>
          </a:p>
        </p:txBody>
      </p:sp>
      <p:sp>
        <p:nvSpPr>
          <p:cNvPr id="17" name="Shape 15"/>
          <p:cNvSpPr/>
          <p:nvPr/>
        </p:nvSpPr>
        <p:spPr>
          <a:xfrm>
            <a:off x="731520" y="3776472"/>
            <a:ext cx="384048" cy="384048"/>
          </a:xfrm>
          <a:prstGeom prst="ellipse">
            <a:avLst/>
          </a:prstGeom>
          <a:solidFill>
            <a:srgbClr val="C8A02C"/>
          </a:solidFill>
          <a:ln/>
        </p:spPr>
        <p:txBody>
          <a:bodyPr/>
          <a:lstStyle/>
          <a:p>
            <a:endParaRPr lang="en-IN"/>
          </a:p>
        </p:txBody>
      </p:sp>
      <p:sp>
        <p:nvSpPr>
          <p:cNvPr id="18" name="Text 16"/>
          <p:cNvSpPr txBox="1"/>
          <p:nvPr/>
        </p:nvSpPr>
        <p:spPr>
          <a:xfrm>
            <a:off x="731520" y="3776472"/>
            <a:ext cx="384048" cy="384048"/>
          </a:xfrm>
          <a:prstGeom prst="rect">
            <a:avLst/>
          </a:prstGeom>
          <a:noFill/>
          <a:ln/>
        </p:spPr>
        <p:txBody>
          <a:bodyPr wrap="square" lIns="0" tIns="0" rIns="0" bIns="0" rtlCol="0" anchor="ctr"/>
          <a:lstStyle/>
          <a:p>
            <a:pPr marL="0" indent="0" algn="ctr">
              <a:buNone/>
            </a:pPr>
            <a:r>
              <a:rPr lang="en-US" b="1" dirty="0">
                <a:solidFill>
                  <a:srgbClr val="101B3A"/>
                </a:solidFill>
                <a:latin typeface="Calibri" pitchFamily="34" charset="0"/>
                <a:ea typeface="Calibri" pitchFamily="34" charset="-122"/>
                <a:cs typeface="Calibri" pitchFamily="34" charset="-120"/>
              </a:rPr>
              <a:t>4</a:t>
            </a:r>
            <a:endParaRPr lang="en-US" dirty="0"/>
          </a:p>
        </p:txBody>
      </p:sp>
      <p:sp>
        <p:nvSpPr>
          <p:cNvPr id="19" name="Text 17"/>
          <p:cNvSpPr txBox="1"/>
          <p:nvPr/>
        </p:nvSpPr>
        <p:spPr>
          <a:xfrm>
            <a:off x="1261872" y="3666744"/>
            <a:ext cx="4526280" cy="603504"/>
          </a:xfrm>
          <a:prstGeom prst="rect">
            <a:avLst/>
          </a:prstGeom>
          <a:noFill/>
          <a:ln/>
        </p:spPr>
        <p:txBody>
          <a:bodyPr wrap="square" lIns="0" tIns="0" rIns="0" bIns="0" rtlCol="0" anchor="ctr"/>
          <a:lstStyle/>
          <a:p>
            <a:pPr marL="0" indent="0">
              <a:buNone/>
            </a:pPr>
            <a:r>
              <a:rPr lang="en-US" dirty="0">
                <a:solidFill>
                  <a:srgbClr val="1F2430"/>
                </a:solidFill>
                <a:latin typeface="Calibri" pitchFamily="34" charset="0"/>
                <a:ea typeface="Calibri" pitchFamily="34" charset="-122"/>
                <a:cs typeface="Calibri" pitchFamily="34" charset="-120"/>
              </a:rPr>
              <a:t>Research Gap Identified</a:t>
            </a:r>
            <a:endParaRPr lang="en-US" dirty="0"/>
          </a:p>
        </p:txBody>
      </p:sp>
      <p:sp>
        <p:nvSpPr>
          <p:cNvPr id="20" name="Shape 18"/>
          <p:cNvSpPr/>
          <p:nvPr/>
        </p:nvSpPr>
        <p:spPr>
          <a:xfrm>
            <a:off x="548640" y="4416552"/>
            <a:ext cx="5349240" cy="603504"/>
          </a:xfrm>
          <a:prstGeom prst="roundRect">
            <a:avLst>
              <a:gd name="adj" fmla="val 12121"/>
            </a:avLst>
          </a:prstGeom>
          <a:solidFill>
            <a:srgbClr val="F1F4F9"/>
          </a:solidFill>
          <a:ln w="12700">
            <a:solidFill>
              <a:srgbClr val="DDE3EC"/>
            </a:solidFill>
            <a:prstDash val="solid"/>
          </a:ln>
        </p:spPr>
        <p:txBody>
          <a:bodyPr/>
          <a:lstStyle/>
          <a:p>
            <a:endParaRPr lang="en-IN"/>
          </a:p>
        </p:txBody>
      </p:sp>
      <p:sp>
        <p:nvSpPr>
          <p:cNvPr id="21" name="Shape 19"/>
          <p:cNvSpPr/>
          <p:nvPr/>
        </p:nvSpPr>
        <p:spPr>
          <a:xfrm>
            <a:off x="731520" y="4526280"/>
            <a:ext cx="384048" cy="384048"/>
          </a:xfrm>
          <a:prstGeom prst="ellipse">
            <a:avLst/>
          </a:prstGeom>
          <a:solidFill>
            <a:srgbClr val="C8A02C"/>
          </a:solidFill>
          <a:ln/>
        </p:spPr>
        <p:txBody>
          <a:bodyPr/>
          <a:lstStyle/>
          <a:p>
            <a:endParaRPr lang="en-IN"/>
          </a:p>
        </p:txBody>
      </p:sp>
      <p:sp>
        <p:nvSpPr>
          <p:cNvPr id="22" name="Text 20"/>
          <p:cNvSpPr txBox="1"/>
          <p:nvPr/>
        </p:nvSpPr>
        <p:spPr>
          <a:xfrm>
            <a:off x="731520" y="4526280"/>
            <a:ext cx="384048" cy="384048"/>
          </a:xfrm>
          <a:prstGeom prst="rect">
            <a:avLst/>
          </a:prstGeom>
          <a:noFill/>
          <a:ln/>
        </p:spPr>
        <p:txBody>
          <a:bodyPr wrap="square" lIns="0" tIns="0" rIns="0" bIns="0" rtlCol="0" anchor="ctr"/>
          <a:lstStyle/>
          <a:p>
            <a:pPr marL="0" indent="0" algn="ctr">
              <a:buNone/>
            </a:pPr>
            <a:r>
              <a:rPr lang="en-US" b="1" dirty="0">
                <a:solidFill>
                  <a:srgbClr val="101B3A"/>
                </a:solidFill>
                <a:latin typeface="Calibri" pitchFamily="34" charset="0"/>
                <a:ea typeface="Calibri" pitchFamily="34" charset="-122"/>
                <a:cs typeface="Calibri" pitchFamily="34" charset="-120"/>
              </a:rPr>
              <a:t>5</a:t>
            </a:r>
            <a:endParaRPr lang="en-US" dirty="0"/>
          </a:p>
        </p:txBody>
      </p:sp>
      <p:sp>
        <p:nvSpPr>
          <p:cNvPr id="23" name="Text 21"/>
          <p:cNvSpPr txBox="1"/>
          <p:nvPr/>
        </p:nvSpPr>
        <p:spPr>
          <a:xfrm>
            <a:off x="1261872" y="4416552"/>
            <a:ext cx="4526280" cy="603504"/>
          </a:xfrm>
          <a:prstGeom prst="rect">
            <a:avLst/>
          </a:prstGeom>
          <a:noFill/>
          <a:ln/>
        </p:spPr>
        <p:txBody>
          <a:bodyPr wrap="square" lIns="0" tIns="0" rIns="0" bIns="0" rtlCol="0" anchor="ctr"/>
          <a:lstStyle/>
          <a:p>
            <a:pPr marL="0" indent="0">
              <a:buNone/>
            </a:pPr>
            <a:r>
              <a:rPr lang="en-US" dirty="0">
                <a:solidFill>
                  <a:srgbClr val="1F2430"/>
                </a:solidFill>
                <a:latin typeface="Calibri" pitchFamily="34" charset="0"/>
                <a:ea typeface="Calibri" pitchFamily="34" charset="-122"/>
                <a:cs typeface="Calibri" pitchFamily="34" charset="-120"/>
              </a:rPr>
              <a:t>Objectives of the Project</a:t>
            </a:r>
            <a:endParaRPr lang="en-US" dirty="0"/>
          </a:p>
        </p:txBody>
      </p:sp>
      <p:sp>
        <p:nvSpPr>
          <p:cNvPr id="24" name="Shape 22"/>
          <p:cNvSpPr/>
          <p:nvPr/>
        </p:nvSpPr>
        <p:spPr>
          <a:xfrm>
            <a:off x="548640" y="5166360"/>
            <a:ext cx="5349240" cy="603504"/>
          </a:xfrm>
          <a:prstGeom prst="roundRect">
            <a:avLst>
              <a:gd name="adj" fmla="val 12121"/>
            </a:avLst>
          </a:prstGeom>
          <a:solidFill>
            <a:srgbClr val="F1F4F9"/>
          </a:solidFill>
          <a:ln w="12700">
            <a:solidFill>
              <a:srgbClr val="DDE3EC"/>
            </a:solidFill>
            <a:prstDash val="solid"/>
          </a:ln>
        </p:spPr>
        <p:txBody>
          <a:bodyPr/>
          <a:lstStyle/>
          <a:p>
            <a:endParaRPr lang="en-IN"/>
          </a:p>
        </p:txBody>
      </p:sp>
      <p:sp>
        <p:nvSpPr>
          <p:cNvPr id="25" name="Shape 23"/>
          <p:cNvSpPr/>
          <p:nvPr/>
        </p:nvSpPr>
        <p:spPr>
          <a:xfrm>
            <a:off x="731520" y="5276088"/>
            <a:ext cx="384048" cy="384048"/>
          </a:xfrm>
          <a:prstGeom prst="ellipse">
            <a:avLst/>
          </a:prstGeom>
          <a:solidFill>
            <a:srgbClr val="C8A02C"/>
          </a:solidFill>
          <a:ln/>
        </p:spPr>
        <p:txBody>
          <a:bodyPr/>
          <a:lstStyle/>
          <a:p>
            <a:endParaRPr lang="en-IN"/>
          </a:p>
        </p:txBody>
      </p:sp>
      <p:sp>
        <p:nvSpPr>
          <p:cNvPr id="26" name="Text 24"/>
          <p:cNvSpPr txBox="1"/>
          <p:nvPr/>
        </p:nvSpPr>
        <p:spPr>
          <a:xfrm>
            <a:off x="731520" y="5276088"/>
            <a:ext cx="384048" cy="384048"/>
          </a:xfrm>
          <a:prstGeom prst="rect">
            <a:avLst/>
          </a:prstGeom>
          <a:noFill/>
          <a:ln/>
        </p:spPr>
        <p:txBody>
          <a:bodyPr wrap="square" lIns="0" tIns="0" rIns="0" bIns="0" rtlCol="0" anchor="ctr"/>
          <a:lstStyle/>
          <a:p>
            <a:pPr marL="0" indent="0" algn="ctr">
              <a:buNone/>
            </a:pPr>
            <a:r>
              <a:rPr lang="en-US" b="1" dirty="0">
                <a:solidFill>
                  <a:srgbClr val="101B3A"/>
                </a:solidFill>
                <a:latin typeface="Calibri" pitchFamily="34" charset="0"/>
                <a:ea typeface="Calibri" pitchFamily="34" charset="-122"/>
                <a:cs typeface="Calibri" pitchFamily="34" charset="-120"/>
              </a:rPr>
              <a:t>6</a:t>
            </a:r>
            <a:endParaRPr lang="en-US" dirty="0"/>
          </a:p>
        </p:txBody>
      </p:sp>
      <p:sp>
        <p:nvSpPr>
          <p:cNvPr id="27" name="Text 25"/>
          <p:cNvSpPr txBox="1"/>
          <p:nvPr/>
        </p:nvSpPr>
        <p:spPr>
          <a:xfrm>
            <a:off x="1261872" y="5166360"/>
            <a:ext cx="4526280" cy="603504"/>
          </a:xfrm>
          <a:prstGeom prst="rect">
            <a:avLst/>
          </a:prstGeom>
          <a:noFill/>
          <a:ln/>
        </p:spPr>
        <p:txBody>
          <a:bodyPr wrap="square" lIns="0" tIns="0" rIns="0" bIns="0" rtlCol="0" anchor="ctr"/>
          <a:lstStyle/>
          <a:p>
            <a:pPr marL="0" indent="0">
              <a:buNone/>
            </a:pPr>
            <a:r>
              <a:rPr lang="en-US" dirty="0">
                <a:solidFill>
                  <a:srgbClr val="1F2430"/>
                </a:solidFill>
                <a:latin typeface="Calibri" pitchFamily="34" charset="0"/>
                <a:ea typeface="Calibri" pitchFamily="34" charset="-122"/>
                <a:cs typeface="Calibri" pitchFamily="34" charset="-120"/>
              </a:rPr>
              <a:t>Proposed System Architecture</a:t>
            </a:r>
            <a:endParaRPr lang="en-US" dirty="0"/>
          </a:p>
        </p:txBody>
      </p:sp>
      <p:sp>
        <p:nvSpPr>
          <p:cNvPr id="28" name="Shape 26"/>
          <p:cNvSpPr/>
          <p:nvPr/>
        </p:nvSpPr>
        <p:spPr>
          <a:xfrm>
            <a:off x="6217920" y="1417320"/>
            <a:ext cx="5349240" cy="603504"/>
          </a:xfrm>
          <a:prstGeom prst="roundRect">
            <a:avLst>
              <a:gd name="adj" fmla="val 12121"/>
            </a:avLst>
          </a:prstGeom>
          <a:solidFill>
            <a:srgbClr val="F1F4F9"/>
          </a:solidFill>
          <a:ln w="12700">
            <a:solidFill>
              <a:srgbClr val="DDE3EC"/>
            </a:solidFill>
            <a:prstDash val="solid"/>
          </a:ln>
        </p:spPr>
        <p:txBody>
          <a:bodyPr/>
          <a:lstStyle/>
          <a:p>
            <a:endParaRPr lang="en-IN"/>
          </a:p>
        </p:txBody>
      </p:sp>
      <p:sp>
        <p:nvSpPr>
          <p:cNvPr id="29" name="Shape 27"/>
          <p:cNvSpPr/>
          <p:nvPr/>
        </p:nvSpPr>
        <p:spPr>
          <a:xfrm>
            <a:off x="6400800" y="1527048"/>
            <a:ext cx="384048" cy="384048"/>
          </a:xfrm>
          <a:prstGeom prst="ellipse">
            <a:avLst/>
          </a:prstGeom>
          <a:solidFill>
            <a:srgbClr val="C8A02C"/>
          </a:solidFill>
          <a:ln/>
        </p:spPr>
        <p:txBody>
          <a:bodyPr/>
          <a:lstStyle/>
          <a:p>
            <a:endParaRPr lang="en-IN"/>
          </a:p>
        </p:txBody>
      </p:sp>
      <p:sp>
        <p:nvSpPr>
          <p:cNvPr id="30" name="Text 28"/>
          <p:cNvSpPr txBox="1"/>
          <p:nvPr/>
        </p:nvSpPr>
        <p:spPr>
          <a:xfrm>
            <a:off x="6400800" y="1527048"/>
            <a:ext cx="384048" cy="384048"/>
          </a:xfrm>
          <a:prstGeom prst="rect">
            <a:avLst/>
          </a:prstGeom>
          <a:noFill/>
          <a:ln/>
        </p:spPr>
        <p:txBody>
          <a:bodyPr wrap="square" lIns="0" tIns="0" rIns="0" bIns="0" rtlCol="0" anchor="ctr"/>
          <a:lstStyle/>
          <a:p>
            <a:pPr marL="0" indent="0" algn="ctr">
              <a:buNone/>
            </a:pPr>
            <a:r>
              <a:rPr lang="en-US" b="1" dirty="0">
                <a:solidFill>
                  <a:srgbClr val="101B3A"/>
                </a:solidFill>
                <a:latin typeface="Calibri" pitchFamily="34" charset="0"/>
                <a:ea typeface="Calibri" pitchFamily="34" charset="-122"/>
                <a:cs typeface="Calibri" pitchFamily="34" charset="-120"/>
              </a:rPr>
              <a:t>7</a:t>
            </a:r>
            <a:endParaRPr lang="en-US" dirty="0"/>
          </a:p>
        </p:txBody>
      </p:sp>
      <p:sp>
        <p:nvSpPr>
          <p:cNvPr id="31" name="Text 29"/>
          <p:cNvSpPr txBox="1"/>
          <p:nvPr/>
        </p:nvSpPr>
        <p:spPr>
          <a:xfrm>
            <a:off x="6931152" y="1417320"/>
            <a:ext cx="4526280" cy="603504"/>
          </a:xfrm>
          <a:prstGeom prst="rect">
            <a:avLst/>
          </a:prstGeom>
          <a:noFill/>
          <a:ln/>
        </p:spPr>
        <p:txBody>
          <a:bodyPr wrap="square" lIns="0" tIns="0" rIns="0" bIns="0" rtlCol="0" anchor="ctr"/>
          <a:lstStyle/>
          <a:p>
            <a:pPr marL="0" indent="0">
              <a:buNone/>
            </a:pPr>
            <a:r>
              <a:rPr lang="en-US" dirty="0">
                <a:solidFill>
                  <a:srgbClr val="1F2430"/>
                </a:solidFill>
                <a:latin typeface="Calibri" pitchFamily="34" charset="0"/>
                <a:ea typeface="Calibri" pitchFamily="34" charset="-122"/>
                <a:cs typeface="Calibri" pitchFamily="34" charset="-120"/>
              </a:rPr>
              <a:t>Methodology &amp; Modules</a:t>
            </a:r>
            <a:endParaRPr lang="en-US" dirty="0"/>
          </a:p>
        </p:txBody>
      </p:sp>
      <p:sp>
        <p:nvSpPr>
          <p:cNvPr id="32" name="Shape 30"/>
          <p:cNvSpPr/>
          <p:nvPr/>
        </p:nvSpPr>
        <p:spPr>
          <a:xfrm>
            <a:off x="6217920" y="2167128"/>
            <a:ext cx="5349240" cy="603504"/>
          </a:xfrm>
          <a:prstGeom prst="roundRect">
            <a:avLst>
              <a:gd name="adj" fmla="val 12121"/>
            </a:avLst>
          </a:prstGeom>
          <a:solidFill>
            <a:srgbClr val="F1F4F9"/>
          </a:solidFill>
          <a:ln w="12700">
            <a:solidFill>
              <a:srgbClr val="DDE3EC"/>
            </a:solidFill>
            <a:prstDash val="solid"/>
          </a:ln>
        </p:spPr>
        <p:txBody>
          <a:bodyPr/>
          <a:lstStyle/>
          <a:p>
            <a:endParaRPr lang="en-IN"/>
          </a:p>
        </p:txBody>
      </p:sp>
      <p:sp>
        <p:nvSpPr>
          <p:cNvPr id="33" name="Shape 31"/>
          <p:cNvSpPr/>
          <p:nvPr/>
        </p:nvSpPr>
        <p:spPr>
          <a:xfrm>
            <a:off x="6400800" y="2276856"/>
            <a:ext cx="384048" cy="384048"/>
          </a:xfrm>
          <a:prstGeom prst="ellipse">
            <a:avLst/>
          </a:prstGeom>
          <a:solidFill>
            <a:srgbClr val="C8A02C"/>
          </a:solidFill>
          <a:ln/>
        </p:spPr>
        <p:txBody>
          <a:bodyPr/>
          <a:lstStyle/>
          <a:p>
            <a:endParaRPr lang="en-IN"/>
          </a:p>
        </p:txBody>
      </p:sp>
      <p:sp>
        <p:nvSpPr>
          <p:cNvPr id="34" name="Text 32"/>
          <p:cNvSpPr txBox="1"/>
          <p:nvPr/>
        </p:nvSpPr>
        <p:spPr>
          <a:xfrm>
            <a:off x="6400800" y="2276856"/>
            <a:ext cx="384048" cy="384048"/>
          </a:xfrm>
          <a:prstGeom prst="rect">
            <a:avLst/>
          </a:prstGeom>
          <a:noFill/>
          <a:ln/>
        </p:spPr>
        <p:txBody>
          <a:bodyPr wrap="square" lIns="0" tIns="0" rIns="0" bIns="0" rtlCol="0" anchor="ctr"/>
          <a:lstStyle/>
          <a:p>
            <a:pPr marL="0" indent="0" algn="ctr">
              <a:buNone/>
            </a:pPr>
            <a:r>
              <a:rPr lang="en-US" b="1" dirty="0">
                <a:solidFill>
                  <a:srgbClr val="101B3A"/>
                </a:solidFill>
                <a:latin typeface="Calibri" pitchFamily="34" charset="0"/>
                <a:ea typeface="Calibri" pitchFamily="34" charset="-122"/>
                <a:cs typeface="Calibri" pitchFamily="34" charset="-120"/>
              </a:rPr>
              <a:t>8</a:t>
            </a:r>
            <a:endParaRPr lang="en-US" dirty="0"/>
          </a:p>
        </p:txBody>
      </p:sp>
      <p:sp>
        <p:nvSpPr>
          <p:cNvPr id="35" name="Text 33"/>
          <p:cNvSpPr txBox="1"/>
          <p:nvPr/>
        </p:nvSpPr>
        <p:spPr>
          <a:xfrm>
            <a:off x="6931152" y="2167128"/>
            <a:ext cx="4526280" cy="603504"/>
          </a:xfrm>
          <a:prstGeom prst="rect">
            <a:avLst/>
          </a:prstGeom>
          <a:noFill/>
          <a:ln/>
        </p:spPr>
        <p:txBody>
          <a:bodyPr wrap="square" lIns="0" tIns="0" rIns="0" bIns="0" rtlCol="0" anchor="ctr"/>
          <a:lstStyle/>
          <a:p>
            <a:pPr marL="0" indent="0">
              <a:buNone/>
            </a:pPr>
            <a:r>
              <a:rPr lang="en-US" dirty="0">
                <a:solidFill>
                  <a:srgbClr val="1F2430"/>
                </a:solidFill>
                <a:latin typeface="Calibri" pitchFamily="34" charset="0"/>
                <a:ea typeface="Calibri" pitchFamily="34" charset="-122"/>
                <a:cs typeface="Calibri" pitchFamily="34" charset="-120"/>
              </a:rPr>
              <a:t>Tools and Technologies</a:t>
            </a:r>
            <a:endParaRPr lang="en-US" dirty="0"/>
          </a:p>
        </p:txBody>
      </p:sp>
      <p:sp>
        <p:nvSpPr>
          <p:cNvPr id="36" name="Shape 34"/>
          <p:cNvSpPr/>
          <p:nvPr/>
        </p:nvSpPr>
        <p:spPr>
          <a:xfrm>
            <a:off x="6217920" y="2916936"/>
            <a:ext cx="5349240" cy="603504"/>
          </a:xfrm>
          <a:prstGeom prst="roundRect">
            <a:avLst>
              <a:gd name="adj" fmla="val 12121"/>
            </a:avLst>
          </a:prstGeom>
          <a:solidFill>
            <a:srgbClr val="F1F4F9"/>
          </a:solidFill>
          <a:ln w="12700">
            <a:solidFill>
              <a:srgbClr val="DDE3EC"/>
            </a:solidFill>
            <a:prstDash val="solid"/>
          </a:ln>
        </p:spPr>
        <p:txBody>
          <a:bodyPr/>
          <a:lstStyle/>
          <a:p>
            <a:endParaRPr lang="en-IN"/>
          </a:p>
        </p:txBody>
      </p:sp>
      <p:sp>
        <p:nvSpPr>
          <p:cNvPr id="37" name="Shape 35"/>
          <p:cNvSpPr/>
          <p:nvPr/>
        </p:nvSpPr>
        <p:spPr>
          <a:xfrm>
            <a:off x="6400800" y="3026664"/>
            <a:ext cx="384048" cy="384048"/>
          </a:xfrm>
          <a:prstGeom prst="ellipse">
            <a:avLst/>
          </a:prstGeom>
          <a:solidFill>
            <a:srgbClr val="C8A02C"/>
          </a:solidFill>
          <a:ln/>
        </p:spPr>
        <p:txBody>
          <a:bodyPr/>
          <a:lstStyle/>
          <a:p>
            <a:endParaRPr lang="en-IN"/>
          </a:p>
        </p:txBody>
      </p:sp>
      <p:sp>
        <p:nvSpPr>
          <p:cNvPr id="38" name="Text 36"/>
          <p:cNvSpPr txBox="1"/>
          <p:nvPr/>
        </p:nvSpPr>
        <p:spPr>
          <a:xfrm>
            <a:off x="6400800" y="3026664"/>
            <a:ext cx="384048" cy="384048"/>
          </a:xfrm>
          <a:prstGeom prst="rect">
            <a:avLst/>
          </a:prstGeom>
          <a:noFill/>
          <a:ln/>
        </p:spPr>
        <p:txBody>
          <a:bodyPr wrap="square" lIns="0" tIns="0" rIns="0" bIns="0" rtlCol="0" anchor="ctr"/>
          <a:lstStyle/>
          <a:p>
            <a:pPr marL="0" indent="0" algn="ctr">
              <a:buNone/>
            </a:pPr>
            <a:r>
              <a:rPr lang="en-US" b="1" dirty="0">
                <a:solidFill>
                  <a:srgbClr val="101B3A"/>
                </a:solidFill>
                <a:latin typeface="Calibri" pitchFamily="34" charset="0"/>
                <a:ea typeface="Calibri" pitchFamily="34" charset="-122"/>
                <a:cs typeface="Calibri" pitchFamily="34" charset="-120"/>
              </a:rPr>
              <a:t>9</a:t>
            </a:r>
            <a:endParaRPr lang="en-US" dirty="0"/>
          </a:p>
        </p:txBody>
      </p:sp>
      <p:sp>
        <p:nvSpPr>
          <p:cNvPr id="39" name="Text 37"/>
          <p:cNvSpPr txBox="1"/>
          <p:nvPr/>
        </p:nvSpPr>
        <p:spPr>
          <a:xfrm>
            <a:off x="6931152" y="2916936"/>
            <a:ext cx="4526280" cy="603504"/>
          </a:xfrm>
          <a:prstGeom prst="rect">
            <a:avLst/>
          </a:prstGeom>
          <a:noFill/>
          <a:ln/>
        </p:spPr>
        <p:txBody>
          <a:bodyPr wrap="square" lIns="0" tIns="0" rIns="0" bIns="0" rtlCol="0" anchor="ctr"/>
          <a:lstStyle/>
          <a:p>
            <a:pPr marL="0" indent="0">
              <a:buNone/>
            </a:pPr>
            <a:r>
              <a:rPr lang="en-US" dirty="0">
                <a:solidFill>
                  <a:srgbClr val="1F2430"/>
                </a:solidFill>
                <a:latin typeface="Calibri" pitchFamily="34" charset="0"/>
                <a:ea typeface="Calibri" pitchFamily="34" charset="-122"/>
                <a:cs typeface="Calibri" pitchFamily="34" charset="-120"/>
              </a:rPr>
              <a:t>Work Completed / Demo</a:t>
            </a:r>
            <a:endParaRPr lang="en-US" dirty="0"/>
          </a:p>
        </p:txBody>
      </p:sp>
      <p:sp>
        <p:nvSpPr>
          <p:cNvPr id="40" name="Shape 38"/>
          <p:cNvSpPr/>
          <p:nvPr/>
        </p:nvSpPr>
        <p:spPr>
          <a:xfrm>
            <a:off x="6217920" y="3666744"/>
            <a:ext cx="5349240" cy="603504"/>
          </a:xfrm>
          <a:prstGeom prst="roundRect">
            <a:avLst>
              <a:gd name="adj" fmla="val 12121"/>
            </a:avLst>
          </a:prstGeom>
          <a:solidFill>
            <a:srgbClr val="F1F4F9"/>
          </a:solidFill>
          <a:ln w="12700">
            <a:solidFill>
              <a:srgbClr val="DDE3EC"/>
            </a:solidFill>
            <a:prstDash val="solid"/>
          </a:ln>
        </p:spPr>
        <p:txBody>
          <a:bodyPr/>
          <a:lstStyle/>
          <a:p>
            <a:endParaRPr lang="en-IN"/>
          </a:p>
        </p:txBody>
      </p:sp>
      <p:sp>
        <p:nvSpPr>
          <p:cNvPr id="41" name="Shape 39"/>
          <p:cNvSpPr/>
          <p:nvPr/>
        </p:nvSpPr>
        <p:spPr>
          <a:xfrm>
            <a:off x="6400800" y="3776472"/>
            <a:ext cx="384048" cy="384048"/>
          </a:xfrm>
          <a:prstGeom prst="ellipse">
            <a:avLst/>
          </a:prstGeom>
          <a:solidFill>
            <a:srgbClr val="C8A02C"/>
          </a:solidFill>
          <a:ln/>
        </p:spPr>
        <p:txBody>
          <a:bodyPr/>
          <a:lstStyle/>
          <a:p>
            <a:endParaRPr lang="en-IN"/>
          </a:p>
        </p:txBody>
      </p:sp>
      <p:sp>
        <p:nvSpPr>
          <p:cNvPr id="42" name="Text 40"/>
          <p:cNvSpPr txBox="1"/>
          <p:nvPr/>
        </p:nvSpPr>
        <p:spPr>
          <a:xfrm>
            <a:off x="6400800" y="3776472"/>
            <a:ext cx="384048" cy="384048"/>
          </a:xfrm>
          <a:prstGeom prst="rect">
            <a:avLst/>
          </a:prstGeom>
          <a:noFill/>
          <a:ln/>
        </p:spPr>
        <p:txBody>
          <a:bodyPr wrap="square" lIns="0" tIns="0" rIns="0" bIns="0" rtlCol="0" anchor="ctr"/>
          <a:lstStyle/>
          <a:p>
            <a:pPr marL="0" indent="0" algn="ctr">
              <a:buNone/>
            </a:pPr>
            <a:r>
              <a:rPr lang="en-US" b="1" dirty="0">
                <a:solidFill>
                  <a:srgbClr val="101B3A"/>
                </a:solidFill>
                <a:latin typeface="Calibri" pitchFamily="34" charset="0"/>
                <a:ea typeface="Calibri" pitchFamily="34" charset="-122"/>
                <a:cs typeface="Calibri" pitchFamily="34" charset="-120"/>
              </a:rPr>
              <a:t>10</a:t>
            </a:r>
            <a:endParaRPr lang="en-US" dirty="0"/>
          </a:p>
        </p:txBody>
      </p:sp>
      <p:sp>
        <p:nvSpPr>
          <p:cNvPr id="43" name="Text 41"/>
          <p:cNvSpPr txBox="1"/>
          <p:nvPr/>
        </p:nvSpPr>
        <p:spPr>
          <a:xfrm>
            <a:off x="6931152" y="3666744"/>
            <a:ext cx="4526280" cy="603504"/>
          </a:xfrm>
          <a:prstGeom prst="rect">
            <a:avLst/>
          </a:prstGeom>
          <a:noFill/>
          <a:ln/>
        </p:spPr>
        <p:txBody>
          <a:bodyPr wrap="square" lIns="0" tIns="0" rIns="0" bIns="0" rtlCol="0" anchor="ctr"/>
          <a:lstStyle/>
          <a:p>
            <a:pPr marL="0" indent="0">
              <a:buNone/>
            </a:pPr>
            <a:r>
              <a:rPr lang="en-US" dirty="0">
                <a:solidFill>
                  <a:srgbClr val="1F2430"/>
                </a:solidFill>
                <a:latin typeface="Calibri" pitchFamily="34" charset="0"/>
                <a:ea typeface="Calibri" pitchFamily="34" charset="-122"/>
                <a:cs typeface="Calibri" pitchFamily="34" charset="-120"/>
              </a:rPr>
              <a:t>Timeline &amp; Review Plan</a:t>
            </a:r>
            <a:endParaRPr lang="en-US" dirty="0"/>
          </a:p>
        </p:txBody>
      </p:sp>
      <p:sp>
        <p:nvSpPr>
          <p:cNvPr id="44" name="Shape 42"/>
          <p:cNvSpPr/>
          <p:nvPr/>
        </p:nvSpPr>
        <p:spPr>
          <a:xfrm>
            <a:off x="6217920" y="4416552"/>
            <a:ext cx="5349240" cy="603504"/>
          </a:xfrm>
          <a:prstGeom prst="roundRect">
            <a:avLst>
              <a:gd name="adj" fmla="val 12121"/>
            </a:avLst>
          </a:prstGeom>
          <a:solidFill>
            <a:srgbClr val="F1F4F9"/>
          </a:solidFill>
          <a:ln w="12700">
            <a:solidFill>
              <a:srgbClr val="DDE3EC"/>
            </a:solidFill>
            <a:prstDash val="solid"/>
          </a:ln>
        </p:spPr>
        <p:txBody>
          <a:bodyPr/>
          <a:lstStyle/>
          <a:p>
            <a:endParaRPr lang="en-IN"/>
          </a:p>
        </p:txBody>
      </p:sp>
      <p:sp>
        <p:nvSpPr>
          <p:cNvPr id="45" name="Shape 43"/>
          <p:cNvSpPr/>
          <p:nvPr/>
        </p:nvSpPr>
        <p:spPr>
          <a:xfrm>
            <a:off x="6400800" y="4526280"/>
            <a:ext cx="384048" cy="384048"/>
          </a:xfrm>
          <a:prstGeom prst="ellipse">
            <a:avLst/>
          </a:prstGeom>
          <a:solidFill>
            <a:srgbClr val="C8A02C"/>
          </a:solidFill>
          <a:ln/>
        </p:spPr>
        <p:txBody>
          <a:bodyPr/>
          <a:lstStyle/>
          <a:p>
            <a:endParaRPr lang="en-IN"/>
          </a:p>
        </p:txBody>
      </p:sp>
      <p:sp>
        <p:nvSpPr>
          <p:cNvPr id="46" name="Text 44"/>
          <p:cNvSpPr txBox="1"/>
          <p:nvPr/>
        </p:nvSpPr>
        <p:spPr>
          <a:xfrm>
            <a:off x="6400800" y="4526280"/>
            <a:ext cx="384048" cy="384048"/>
          </a:xfrm>
          <a:prstGeom prst="rect">
            <a:avLst/>
          </a:prstGeom>
          <a:noFill/>
          <a:ln/>
        </p:spPr>
        <p:txBody>
          <a:bodyPr wrap="square" lIns="0" tIns="0" rIns="0" bIns="0" rtlCol="0" anchor="ctr"/>
          <a:lstStyle/>
          <a:p>
            <a:pPr marL="0" indent="0" algn="ctr">
              <a:buNone/>
            </a:pPr>
            <a:r>
              <a:rPr lang="en-US" b="1" dirty="0">
                <a:solidFill>
                  <a:srgbClr val="101B3A"/>
                </a:solidFill>
                <a:latin typeface="Calibri" pitchFamily="34" charset="0"/>
                <a:ea typeface="Calibri" pitchFamily="34" charset="-122"/>
                <a:cs typeface="Calibri" pitchFamily="34" charset="-120"/>
              </a:rPr>
              <a:t>11</a:t>
            </a:r>
            <a:endParaRPr lang="en-US" dirty="0"/>
          </a:p>
        </p:txBody>
      </p:sp>
      <p:sp>
        <p:nvSpPr>
          <p:cNvPr id="47" name="Text 45"/>
          <p:cNvSpPr txBox="1"/>
          <p:nvPr/>
        </p:nvSpPr>
        <p:spPr>
          <a:xfrm>
            <a:off x="6931152" y="4416552"/>
            <a:ext cx="4526280" cy="603504"/>
          </a:xfrm>
          <a:prstGeom prst="rect">
            <a:avLst/>
          </a:prstGeom>
          <a:noFill/>
          <a:ln/>
        </p:spPr>
        <p:txBody>
          <a:bodyPr wrap="square" lIns="0" tIns="0" rIns="0" bIns="0" rtlCol="0" anchor="ctr"/>
          <a:lstStyle/>
          <a:p>
            <a:pPr marL="0" indent="0">
              <a:buNone/>
            </a:pPr>
            <a:r>
              <a:rPr lang="en-US" dirty="0">
                <a:solidFill>
                  <a:srgbClr val="1F2430"/>
                </a:solidFill>
                <a:latin typeface="Calibri" pitchFamily="34" charset="0"/>
                <a:ea typeface="Calibri" pitchFamily="34" charset="-122"/>
                <a:cs typeface="Calibri" pitchFamily="34" charset="-120"/>
              </a:rPr>
              <a:t>Expected Outcome &amp; Conclusion</a:t>
            </a:r>
            <a:endParaRPr lang="en-US" dirty="0"/>
          </a:p>
        </p:txBody>
      </p:sp>
      <p:sp>
        <p:nvSpPr>
          <p:cNvPr id="48" name="Shape 46"/>
          <p:cNvSpPr/>
          <p:nvPr/>
        </p:nvSpPr>
        <p:spPr>
          <a:xfrm>
            <a:off x="6217920" y="5166360"/>
            <a:ext cx="5349240" cy="603504"/>
          </a:xfrm>
          <a:prstGeom prst="roundRect">
            <a:avLst>
              <a:gd name="adj" fmla="val 12121"/>
            </a:avLst>
          </a:prstGeom>
          <a:solidFill>
            <a:srgbClr val="F1F4F9"/>
          </a:solidFill>
          <a:ln w="12700">
            <a:solidFill>
              <a:srgbClr val="DDE3EC"/>
            </a:solidFill>
            <a:prstDash val="solid"/>
          </a:ln>
        </p:spPr>
        <p:txBody>
          <a:bodyPr/>
          <a:lstStyle/>
          <a:p>
            <a:endParaRPr lang="en-IN"/>
          </a:p>
        </p:txBody>
      </p:sp>
      <p:sp>
        <p:nvSpPr>
          <p:cNvPr id="49" name="Shape 47"/>
          <p:cNvSpPr/>
          <p:nvPr/>
        </p:nvSpPr>
        <p:spPr>
          <a:xfrm>
            <a:off x="6400800" y="5276088"/>
            <a:ext cx="384048" cy="384048"/>
          </a:xfrm>
          <a:prstGeom prst="ellipse">
            <a:avLst/>
          </a:prstGeom>
          <a:solidFill>
            <a:srgbClr val="C8A02C"/>
          </a:solidFill>
          <a:ln/>
        </p:spPr>
        <p:txBody>
          <a:bodyPr/>
          <a:lstStyle/>
          <a:p>
            <a:endParaRPr lang="en-IN"/>
          </a:p>
        </p:txBody>
      </p:sp>
      <p:sp>
        <p:nvSpPr>
          <p:cNvPr id="50" name="Text 48"/>
          <p:cNvSpPr txBox="1"/>
          <p:nvPr/>
        </p:nvSpPr>
        <p:spPr>
          <a:xfrm>
            <a:off x="6400800" y="5276088"/>
            <a:ext cx="384048" cy="384048"/>
          </a:xfrm>
          <a:prstGeom prst="rect">
            <a:avLst/>
          </a:prstGeom>
          <a:noFill/>
          <a:ln/>
        </p:spPr>
        <p:txBody>
          <a:bodyPr wrap="square" lIns="0" tIns="0" rIns="0" bIns="0" rtlCol="0" anchor="ctr"/>
          <a:lstStyle/>
          <a:p>
            <a:pPr marL="0" indent="0" algn="ctr">
              <a:buNone/>
            </a:pPr>
            <a:r>
              <a:rPr lang="en-US" b="1" dirty="0">
                <a:solidFill>
                  <a:srgbClr val="101B3A"/>
                </a:solidFill>
                <a:latin typeface="Calibri" pitchFamily="34" charset="0"/>
                <a:ea typeface="Calibri" pitchFamily="34" charset="-122"/>
                <a:cs typeface="Calibri" pitchFamily="34" charset="-120"/>
              </a:rPr>
              <a:t>12</a:t>
            </a:r>
            <a:endParaRPr lang="en-US" dirty="0"/>
          </a:p>
        </p:txBody>
      </p:sp>
      <p:sp>
        <p:nvSpPr>
          <p:cNvPr id="51" name="Text 49"/>
          <p:cNvSpPr txBox="1"/>
          <p:nvPr/>
        </p:nvSpPr>
        <p:spPr>
          <a:xfrm>
            <a:off x="6931152" y="5166360"/>
            <a:ext cx="4526280" cy="603504"/>
          </a:xfrm>
          <a:prstGeom prst="rect">
            <a:avLst/>
          </a:prstGeom>
          <a:noFill/>
          <a:ln/>
        </p:spPr>
        <p:txBody>
          <a:bodyPr wrap="square" lIns="0" tIns="0" rIns="0" bIns="0" rtlCol="0" anchor="ctr"/>
          <a:lstStyle/>
          <a:p>
            <a:pPr marL="0" indent="0">
              <a:buNone/>
            </a:pPr>
            <a:r>
              <a:rPr lang="en-US" dirty="0">
                <a:solidFill>
                  <a:srgbClr val="1F2430"/>
                </a:solidFill>
                <a:latin typeface="Calibri" pitchFamily="34" charset="0"/>
                <a:ea typeface="Calibri" pitchFamily="34" charset="-122"/>
                <a:cs typeface="Calibri" pitchFamily="34" charset="-120"/>
              </a:rPr>
              <a:t>References</a:t>
            </a:r>
            <a:endParaRPr lang="en-US" dirty="0"/>
          </a:p>
        </p:txBody>
      </p:sp>
      <p:sp>
        <p:nvSpPr>
          <p:cNvPr id="52" name="Text 50"/>
          <p:cNvSpPr txBox="1"/>
          <p:nvPr/>
        </p:nvSpPr>
        <p:spPr>
          <a:xfrm>
            <a:off x="548640" y="6355080"/>
            <a:ext cx="6400800" cy="274320"/>
          </a:xfrm>
          <a:prstGeom prst="rect">
            <a:avLst/>
          </a:prstGeom>
          <a:noFill/>
          <a:ln/>
        </p:spPr>
        <p:txBody>
          <a:bodyPr wrap="square" lIns="0" tIns="0" rIns="0" bIns="0" rtlCol="0" anchor="ctr"/>
          <a:lstStyle/>
          <a:p>
            <a:pPr marL="0" indent="0">
              <a:buNone/>
            </a:pPr>
            <a:r>
              <a:rPr lang="en-US" dirty="0">
                <a:solidFill>
                  <a:srgbClr val="6B7280"/>
                </a:solidFill>
                <a:latin typeface="Calibri" pitchFamily="34" charset="0"/>
                <a:ea typeface="Calibri" pitchFamily="34" charset="-122"/>
                <a:cs typeface="Calibri" pitchFamily="34" charset="-120"/>
              </a:rPr>
              <a:t>Dept. of CSE  |  KL University, Bachupally Campus</a:t>
            </a:r>
            <a:endParaRPr lang="en-US" dirty="0"/>
          </a:p>
        </p:txBody>
      </p:sp>
      <p:sp>
        <p:nvSpPr>
          <p:cNvPr id="53" name="Text 51"/>
          <p:cNvSpPr txBox="1"/>
          <p:nvPr/>
        </p:nvSpPr>
        <p:spPr>
          <a:xfrm>
            <a:off x="11064240" y="6355080"/>
            <a:ext cx="548640" cy="274320"/>
          </a:xfrm>
          <a:prstGeom prst="rect">
            <a:avLst/>
          </a:prstGeom>
          <a:noFill/>
          <a:ln/>
        </p:spPr>
        <p:txBody>
          <a:bodyPr wrap="square" lIns="0" tIns="0" rIns="0" bIns="0" rtlCol="0" anchor="ctr"/>
          <a:lstStyle/>
          <a:p>
            <a:pPr marL="0" indent="0" algn="r">
              <a:buNone/>
            </a:pPr>
            <a:r>
              <a:rPr lang="en-US" dirty="0">
                <a:solidFill>
                  <a:srgbClr val="6B7280"/>
                </a:solidFill>
                <a:latin typeface="Calibri" pitchFamily="34" charset="0"/>
                <a:ea typeface="Calibri" pitchFamily="34" charset="-122"/>
                <a:cs typeface="Calibri" pitchFamily="34" charset="-120"/>
              </a:rPr>
              <a:t>2</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47472"/>
            <a:ext cx="10515600" cy="256032"/>
          </a:xfrm>
          <a:prstGeom prst="rect">
            <a:avLst/>
          </a:prstGeom>
          <a:noFill/>
          <a:ln/>
        </p:spPr>
        <p:txBody>
          <a:bodyPr wrap="square" lIns="0" tIns="0" rIns="0" bIns="0" rtlCol="0" anchor="ctr"/>
          <a:lstStyle/>
          <a:p>
            <a:pPr marL="0" indent="0">
              <a:buNone/>
            </a:pPr>
            <a:r>
              <a:rPr lang="en-US" b="1" kern="0" spc="200" dirty="0">
                <a:solidFill>
                  <a:srgbClr val="C8A02C"/>
                </a:solidFill>
                <a:latin typeface="Calibri" pitchFamily="34" charset="0"/>
                <a:ea typeface="Calibri" pitchFamily="34" charset="-122"/>
                <a:cs typeface="Calibri" pitchFamily="34" charset="-120"/>
              </a:rPr>
              <a:t>SECTION 1</a:t>
            </a:r>
            <a:endParaRPr lang="en-US"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marL="0" indent="0">
              <a:buNone/>
            </a:pPr>
            <a:r>
              <a:rPr lang="en-US" b="1" dirty="0">
                <a:solidFill>
                  <a:srgbClr val="1B2A55"/>
                </a:solidFill>
                <a:latin typeface="Cambria" pitchFamily="34" charset="0"/>
                <a:ea typeface="Cambria" pitchFamily="34" charset="-122"/>
                <a:cs typeface="Cambria" pitchFamily="34" charset="-120"/>
              </a:rPr>
              <a:t>Introduction &amp; Domain Background</a:t>
            </a:r>
            <a:endParaRPr lang="en-US" dirty="0"/>
          </a:p>
        </p:txBody>
      </p:sp>
      <p:sp>
        <p:nvSpPr>
          <p:cNvPr id="4" name="Shape 2"/>
          <p:cNvSpPr/>
          <p:nvPr/>
        </p:nvSpPr>
        <p:spPr>
          <a:xfrm>
            <a:off x="548640" y="1417320"/>
            <a:ext cx="6583680" cy="4480560"/>
          </a:xfrm>
          <a:prstGeom prst="roundRect">
            <a:avLst>
              <a:gd name="adj" fmla="val 1633"/>
            </a:avLst>
          </a:prstGeom>
          <a:solidFill>
            <a:srgbClr val="F1F4F9"/>
          </a:solidFill>
          <a:ln w="12700">
            <a:solidFill>
              <a:srgbClr val="DDE3EC"/>
            </a:solidFill>
            <a:prstDash val="solid"/>
          </a:ln>
        </p:spPr>
        <p:txBody>
          <a:bodyPr/>
          <a:lstStyle/>
          <a:p>
            <a:endParaRPr lang="en-IN"/>
          </a:p>
        </p:txBody>
      </p:sp>
      <p:sp>
        <p:nvSpPr>
          <p:cNvPr id="5" name="Text 3"/>
          <p:cNvSpPr txBox="1"/>
          <p:nvPr/>
        </p:nvSpPr>
        <p:spPr>
          <a:xfrm>
            <a:off x="822960" y="1691640"/>
            <a:ext cx="6035040" cy="3931920"/>
          </a:xfrm>
          <a:prstGeom prst="rect">
            <a:avLst/>
          </a:prstGeom>
          <a:noFill/>
          <a:ln/>
        </p:spPr>
        <p:txBody>
          <a:bodyPr wrap="square" lIns="0" tIns="0" rIns="0" bIns="0" rtlCol="0" anchor="ctr"/>
          <a:lstStyle/>
          <a:p>
            <a:r>
              <a:rPr lang="en-IN" b="1" dirty="0"/>
              <a:t>What is the domain?</a:t>
            </a:r>
            <a:endParaRPr lang="en-IN" dirty="0"/>
          </a:p>
          <a:p>
            <a:r>
              <a:rPr lang="en-IN" dirty="0"/>
              <a:t>Domain: FinTech &amp; Cybersecurity</a:t>
            </a:r>
          </a:p>
          <a:p>
            <a:r>
              <a:rPr lang="en-IN" dirty="0"/>
              <a:t>Credit card fraud detection uses machine learning to identify suspicious and unauthorized transactions.</a:t>
            </a:r>
          </a:p>
          <a:p>
            <a:r>
              <a:rPr lang="en-IN" b="1" dirty="0"/>
              <a:t>Why is it relevant today?</a:t>
            </a:r>
            <a:endParaRPr lang="en-IN" dirty="0"/>
          </a:p>
          <a:p>
            <a:r>
              <a:rPr lang="en-IN" dirty="0"/>
              <a:t>The growth of digital payments has increased the need for fast and reliable fraud detection to protect users and financial institutions.</a:t>
            </a:r>
          </a:p>
          <a:p>
            <a:r>
              <a:rPr lang="en-IN" b="1" dirty="0"/>
              <a:t>Where does your project sit?</a:t>
            </a:r>
            <a:endParaRPr lang="en-IN" dirty="0"/>
          </a:p>
          <a:p>
            <a:r>
              <a:rPr lang="en-IN" dirty="0"/>
              <a:t>Credit Card Fraud Detection uses machine learning to analyse transaction patterns and classify transactions as legitimate or fraudulent, with a frontend dashboard for monitoring and analysis.</a:t>
            </a:r>
          </a:p>
        </p:txBody>
      </p:sp>
      <p:sp>
        <p:nvSpPr>
          <p:cNvPr id="6" name="Shape 4"/>
          <p:cNvSpPr/>
          <p:nvPr/>
        </p:nvSpPr>
        <p:spPr>
          <a:xfrm>
            <a:off x="7406640" y="1417320"/>
            <a:ext cx="4206240" cy="2834640"/>
          </a:xfrm>
          <a:prstGeom prst="roundRect">
            <a:avLst>
              <a:gd name="adj" fmla="val 2581"/>
            </a:avLst>
          </a:prstGeom>
          <a:solidFill>
            <a:srgbClr val="FFFFFF"/>
          </a:solidFill>
          <a:ln w="12700">
            <a:solidFill>
              <a:srgbClr val="9AA5B8"/>
            </a:solidFill>
            <a:prstDash val="dash"/>
          </a:ln>
        </p:spPr>
        <p:txBody>
          <a:bodyPr/>
          <a:lstStyle/>
          <a:p>
            <a:endParaRPr lang="en-IN"/>
          </a:p>
        </p:txBody>
      </p:sp>
      <p:sp>
        <p:nvSpPr>
          <p:cNvPr id="7" name="Text 5"/>
          <p:cNvSpPr txBox="1"/>
          <p:nvPr/>
        </p:nvSpPr>
        <p:spPr>
          <a:xfrm>
            <a:off x="7543800" y="1307592"/>
            <a:ext cx="3931920" cy="2944368"/>
          </a:xfrm>
          <a:prstGeom prst="rect">
            <a:avLst/>
          </a:prstGeom>
          <a:noFill/>
          <a:ln/>
        </p:spPr>
        <p:txBody>
          <a:bodyPr wrap="square" lIns="0" tIns="0" rIns="0" bIns="0" rtlCol="0" anchor="ctr"/>
          <a:lstStyle/>
          <a:p>
            <a:pPr marL="0" indent="0" algn="ctr">
              <a:buNone/>
            </a:pPr>
            <a:r>
              <a:rPr lang="en-US" dirty="0">
                <a:solidFill>
                  <a:srgbClr val="6B7280"/>
                </a:solidFill>
                <a:latin typeface="Calibri" pitchFamily="34" charset="0"/>
                <a:ea typeface="Calibri" pitchFamily="34" charset="-122"/>
                <a:cs typeface="Calibri" pitchFamily="34" charset="-120"/>
              </a:rPr>
              <a:t>[ Insert a domain image, chart</a:t>
            </a:r>
            <a:endParaRPr lang="en-US" dirty="0"/>
          </a:p>
          <a:p>
            <a:pPr marL="0" indent="0" algn="ctr">
              <a:buNone/>
            </a:pPr>
            <a:r>
              <a:rPr lang="en-US" dirty="0">
                <a:solidFill>
                  <a:srgbClr val="6B7280"/>
                </a:solidFill>
                <a:latin typeface="Calibri" pitchFamily="34" charset="0"/>
                <a:ea typeface="Calibri" pitchFamily="34" charset="-122"/>
                <a:cs typeface="Calibri" pitchFamily="34" charset="-120"/>
              </a:rPr>
              <a:t>or concept illustration here ]</a:t>
            </a:r>
            <a:endParaRPr lang="en-US" dirty="0"/>
          </a:p>
        </p:txBody>
      </p:sp>
      <p:sp>
        <p:nvSpPr>
          <p:cNvPr id="8" name="Shape 6"/>
          <p:cNvSpPr/>
          <p:nvPr/>
        </p:nvSpPr>
        <p:spPr>
          <a:xfrm>
            <a:off x="7406640" y="4336305"/>
            <a:ext cx="4376444" cy="2208749"/>
          </a:xfrm>
          <a:prstGeom prst="roundRect">
            <a:avLst>
              <a:gd name="adj" fmla="val 5000"/>
            </a:avLst>
          </a:prstGeom>
          <a:solidFill>
            <a:srgbClr val="FDF6E6"/>
          </a:solidFill>
          <a:ln w="12700">
            <a:solidFill>
              <a:srgbClr val="DDE3EC"/>
            </a:solidFill>
            <a:prstDash val="solid"/>
          </a:ln>
        </p:spPr>
        <p:txBody>
          <a:bodyPr/>
          <a:lstStyle/>
          <a:p>
            <a:endParaRPr lang="en-IN"/>
          </a:p>
        </p:txBody>
      </p:sp>
      <p:sp>
        <p:nvSpPr>
          <p:cNvPr id="9" name="Text 7"/>
          <p:cNvSpPr txBox="1"/>
          <p:nvPr/>
        </p:nvSpPr>
        <p:spPr>
          <a:xfrm>
            <a:off x="7635240" y="4572000"/>
            <a:ext cx="3749040" cy="256032"/>
          </a:xfrm>
          <a:prstGeom prst="rect">
            <a:avLst/>
          </a:prstGeom>
          <a:noFill/>
          <a:ln/>
        </p:spPr>
        <p:txBody>
          <a:bodyPr wrap="square" lIns="0" tIns="0" rIns="0" bIns="0" rtlCol="0" anchor="ctr"/>
          <a:lstStyle/>
          <a:p>
            <a:pPr marL="0" indent="0">
              <a:buNone/>
            </a:pPr>
            <a:r>
              <a:rPr lang="en-US" b="1" kern="0" spc="150" dirty="0">
                <a:solidFill>
                  <a:srgbClr val="A4161A"/>
                </a:solidFill>
                <a:latin typeface="Calibri" pitchFamily="34" charset="0"/>
                <a:ea typeface="Calibri" pitchFamily="34" charset="-122"/>
                <a:cs typeface="Calibri" pitchFamily="34" charset="-120"/>
              </a:rPr>
              <a:t>Panel tip</a:t>
            </a:r>
            <a:endParaRPr lang="en-US" dirty="0"/>
          </a:p>
        </p:txBody>
      </p:sp>
      <p:sp>
        <p:nvSpPr>
          <p:cNvPr id="10" name="Text 8"/>
          <p:cNvSpPr txBox="1"/>
          <p:nvPr/>
        </p:nvSpPr>
        <p:spPr>
          <a:xfrm>
            <a:off x="7635240" y="5084064"/>
            <a:ext cx="3749040" cy="649224"/>
          </a:xfrm>
          <a:prstGeom prst="rect">
            <a:avLst/>
          </a:prstGeom>
          <a:noFill/>
          <a:ln/>
        </p:spPr>
        <p:txBody>
          <a:bodyPr wrap="square" lIns="0" tIns="0" rIns="0" bIns="0" rtlCol="0" anchor="ctr"/>
          <a:lstStyle/>
          <a:p>
            <a:br>
              <a:rPr lang="en-IN" dirty="0"/>
            </a:br>
            <a:r>
              <a:rPr lang="en-IN" dirty="0"/>
              <a:t>Our project combines Machine Learning + Python Backend + Interactive Frontend to detect suspicious credit card transactions and provide quick, data-driven fraud analysis.</a:t>
            </a:r>
          </a:p>
        </p:txBody>
      </p:sp>
      <p:sp>
        <p:nvSpPr>
          <p:cNvPr id="11" name="Text 9"/>
          <p:cNvSpPr txBox="1"/>
          <p:nvPr/>
        </p:nvSpPr>
        <p:spPr>
          <a:xfrm>
            <a:off x="548640" y="6355080"/>
            <a:ext cx="6400800" cy="274320"/>
          </a:xfrm>
          <a:prstGeom prst="rect">
            <a:avLst/>
          </a:prstGeom>
          <a:noFill/>
          <a:ln/>
        </p:spPr>
        <p:txBody>
          <a:bodyPr wrap="square" lIns="0" tIns="0" rIns="0" bIns="0" rtlCol="0" anchor="ctr"/>
          <a:lstStyle/>
          <a:p>
            <a:pPr marL="0" indent="0">
              <a:buNone/>
            </a:pPr>
            <a:r>
              <a:rPr lang="en-US" dirty="0">
                <a:solidFill>
                  <a:srgbClr val="6B7280"/>
                </a:solidFill>
                <a:latin typeface="Calibri" pitchFamily="34" charset="0"/>
                <a:ea typeface="Calibri" pitchFamily="34" charset="-122"/>
                <a:cs typeface="Calibri" pitchFamily="34" charset="-120"/>
              </a:rPr>
              <a:t>Dept. of CSE  |  KL University, Bachupally Campus</a:t>
            </a:r>
            <a:endParaRPr lang="en-US" dirty="0"/>
          </a:p>
        </p:txBody>
      </p:sp>
      <p:sp>
        <p:nvSpPr>
          <p:cNvPr id="12" name="Text 10"/>
          <p:cNvSpPr txBox="1"/>
          <p:nvPr/>
        </p:nvSpPr>
        <p:spPr>
          <a:xfrm>
            <a:off x="11064240" y="6355080"/>
            <a:ext cx="548640" cy="274320"/>
          </a:xfrm>
          <a:prstGeom prst="rect">
            <a:avLst/>
          </a:prstGeom>
          <a:noFill/>
          <a:ln/>
        </p:spPr>
        <p:txBody>
          <a:bodyPr wrap="square" lIns="0" tIns="0" rIns="0" bIns="0" rtlCol="0" anchor="ctr"/>
          <a:lstStyle/>
          <a:p>
            <a:pPr marL="0" indent="0" algn="r">
              <a:buNone/>
            </a:pPr>
            <a:r>
              <a:rPr lang="en-US" dirty="0">
                <a:solidFill>
                  <a:srgbClr val="6B7280"/>
                </a:solidFill>
                <a:latin typeface="Calibri" pitchFamily="34" charset="0"/>
                <a:ea typeface="Calibri" pitchFamily="34" charset="-122"/>
                <a:cs typeface="Calibri" pitchFamily="34" charset="-120"/>
              </a:rPr>
              <a:t>3</a:t>
            </a:r>
            <a:endParaRPr lang="en-US" dirty="0"/>
          </a:p>
        </p:txBody>
      </p:sp>
      <p:pic>
        <p:nvPicPr>
          <p:cNvPr id="14" name="Picture 13">
            <a:extLst>
              <a:ext uri="{FF2B5EF4-FFF2-40B4-BE49-F238E27FC236}">
                <a16:creationId xmlns:a16="http://schemas.microsoft.com/office/drawing/2014/main" id="{6D509792-5533-9BA1-5410-8B0CC369EEE2}"/>
              </a:ext>
            </a:extLst>
          </p:cNvPr>
          <p:cNvPicPr>
            <a:picLocks noChangeAspect="1"/>
          </p:cNvPicPr>
          <p:nvPr/>
        </p:nvPicPr>
        <p:blipFill>
          <a:blip r:embed="rId3"/>
          <a:stretch>
            <a:fillRect/>
          </a:stretch>
        </p:blipFill>
        <p:spPr>
          <a:xfrm>
            <a:off x="7427135" y="1426463"/>
            <a:ext cx="4185745" cy="2683817"/>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47472"/>
            <a:ext cx="10515600" cy="256032"/>
          </a:xfrm>
          <a:prstGeom prst="rect">
            <a:avLst/>
          </a:prstGeom>
          <a:noFill/>
          <a:ln/>
        </p:spPr>
        <p:txBody>
          <a:bodyPr wrap="square" lIns="0" tIns="0" rIns="0" bIns="0" rtlCol="0" anchor="ctr"/>
          <a:lstStyle/>
          <a:p>
            <a:pPr marL="0" indent="0">
              <a:buNone/>
            </a:pPr>
            <a:r>
              <a:rPr lang="en-US" b="1" kern="0" spc="200" dirty="0">
                <a:solidFill>
                  <a:srgbClr val="C8A02C"/>
                </a:solidFill>
                <a:latin typeface="Calibri" pitchFamily="34" charset="0"/>
                <a:ea typeface="Calibri" pitchFamily="34" charset="-122"/>
                <a:cs typeface="Calibri" pitchFamily="34" charset="-120"/>
              </a:rPr>
              <a:t>SECTION 2</a:t>
            </a:r>
            <a:endParaRPr lang="en-US"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marL="0" indent="0">
              <a:buNone/>
            </a:pPr>
            <a:r>
              <a:rPr lang="en-US" b="1" dirty="0">
                <a:solidFill>
                  <a:srgbClr val="1B2A55"/>
                </a:solidFill>
                <a:latin typeface="Cambria" pitchFamily="34" charset="0"/>
                <a:ea typeface="Cambria" pitchFamily="34" charset="-122"/>
                <a:cs typeface="Cambria" pitchFamily="34" charset="-120"/>
              </a:rPr>
              <a:t>Problem Statement &amp; Motivation</a:t>
            </a:r>
            <a:endParaRPr lang="en-US" dirty="0"/>
          </a:p>
        </p:txBody>
      </p:sp>
      <p:sp>
        <p:nvSpPr>
          <p:cNvPr id="4" name="Shape 2"/>
          <p:cNvSpPr/>
          <p:nvPr/>
        </p:nvSpPr>
        <p:spPr>
          <a:xfrm>
            <a:off x="548640" y="1417320"/>
            <a:ext cx="11064240" cy="1600200"/>
          </a:xfrm>
          <a:prstGeom prst="roundRect">
            <a:avLst>
              <a:gd name="adj" fmla="val 4571"/>
            </a:avLst>
          </a:prstGeom>
          <a:solidFill>
            <a:srgbClr val="F7EAEA"/>
          </a:solidFill>
          <a:ln w="12700">
            <a:solidFill>
              <a:srgbClr val="DDE3EC"/>
            </a:solidFill>
            <a:prstDash val="solid"/>
          </a:ln>
        </p:spPr>
        <p:txBody>
          <a:bodyPr/>
          <a:lstStyle/>
          <a:p>
            <a:endParaRPr lang="en-IN"/>
          </a:p>
        </p:txBody>
      </p:sp>
      <p:sp>
        <p:nvSpPr>
          <p:cNvPr id="5" name="Shape 3"/>
          <p:cNvSpPr/>
          <p:nvPr/>
        </p:nvSpPr>
        <p:spPr>
          <a:xfrm>
            <a:off x="548640" y="1417320"/>
            <a:ext cx="109728" cy="1600200"/>
          </a:xfrm>
          <a:prstGeom prst="roundRect">
            <a:avLst>
              <a:gd name="adj" fmla="val 41667"/>
            </a:avLst>
          </a:prstGeom>
          <a:solidFill>
            <a:srgbClr val="A4161A"/>
          </a:solidFill>
          <a:ln w="12700">
            <a:solidFill>
              <a:srgbClr val="A4161A"/>
            </a:solidFill>
            <a:prstDash val="solid"/>
          </a:ln>
        </p:spPr>
        <p:txBody>
          <a:bodyPr/>
          <a:lstStyle/>
          <a:p>
            <a:endParaRPr lang="en-IN"/>
          </a:p>
        </p:txBody>
      </p:sp>
      <p:sp>
        <p:nvSpPr>
          <p:cNvPr id="6" name="Text 4"/>
          <p:cNvSpPr txBox="1"/>
          <p:nvPr/>
        </p:nvSpPr>
        <p:spPr>
          <a:xfrm>
            <a:off x="914400" y="1627632"/>
            <a:ext cx="10424160" cy="256032"/>
          </a:xfrm>
          <a:prstGeom prst="rect">
            <a:avLst/>
          </a:prstGeom>
          <a:noFill/>
          <a:ln/>
        </p:spPr>
        <p:txBody>
          <a:bodyPr wrap="square" lIns="0" tIns="0" rIns="0" bIns="0" rtlCol="0" anchor="ctr"/>
          <a:lstStyle/>
          <a:p>
            <a:pPr marL="0" indent="0">
              <a:buNone/>
            </a:pPr>
            <a:r>
              <a:rPr lang="en-US" b="1" kern="0" spc="200" dirty="0">
                <a:solidFill>
                  <a:srgbClr val="A4161A"/>
                </a:solidFill>
                <a:latin typeface="Calibri" pitchFamily="34" charset="0"/>
                <a:ea typeface="Calibri" pitchFamily="34" charset="-122"/>
                <a:cs typeface="Calibri" pitchFamily="34" charset="-120"/>
              </a:rPr>
              <a:t>PROBLEM STATEMENT</a:t>
            </a:r>
            <a:endParaRPr lang="en-US" dirty="0"/>
          </a:p>
        </p:txBody>
      </p:sp>
      <p:sp>
        <p:nvSpPr>
          <p:cNvPr id="7" name="Text 5"/>
          <p:cNvSpPr txBox="1"/>
          <p:nvPr/>
        </p:nvSpPr>
        <p:spPr>
          <a:xfrm>
            <a:off x="914400" y="1920240"/>
            <a:ext cx="10424160" cy="914400"/>
          </a:xfrm>
          <a:prstGeom prst="rect">
            <a:avLst/>
          </a:prstGeom>
          <a:noFill/>
          <a:ln/>
        </p:spPr>
        <p:txBody>
          <a:bodyPr wrap="square" lIns="0" tIns="0" rIns="0" bIns="0" rtlCol="0" anchor="ctr"/>
          <a:lstStyle/>
          <a:p>
            <a:r>
              <a:rPr lang="en-IN" dirty="0"/>
              <a:t>Existing fraud detection systems may fail to identify new and complex fraud patterns because they mainly rely on traditional methods, which can result in missed fraudulent transactions.</a:t>
            </a:r>
          </a:p>
          <a:p>
            <a:endParaRPr lang="en-US" dirty="0"/>
          </a:p>
        </p:txBody>
      </p:sp>
      <p:sp>
        <p:nvSpPr>
          <p:cNvPr id="8" name="Shape 6"/>
          <p:cNvSpPr/>
          <p:nvPr/>
        </p:nvSpPr>
        <p:spPr>
          <a:xfrm>
            <a:off x="548640" y="3291839"/>
            <a:ext cx="3520440" cy="2791719"/>
          </a:xfrm>
          <a:prstGeom prst="roundRect">
            <a:avLst>
              <a:gd name="adj" fmla="val 2807"/>
            </a:avLst>
          </a:prstGeom>
          <a:solidFill>
            <a:srgbClr val="F1F4F9"/>
          </a:solidFill>
          <a:ln w="12700">
            <a:solidFill>
              <a:srgbClr val="DDE3EC"/>
            </a:solidFill>
            <a:prstDash val="solid"/>
          </a:ln>
        </p:spPr>
        <p:txBody>
          <a:bodyPr/>
          <a:lstStyle/>
          <a:p>
            <a:endParaRPr lang="en-IN"/>
          </a:p>
        </p:txBody>
      </p:sp>
      <p:sp>
        <p:nvSpPr>
          <p:cNvPr id="9" name="Shape 7"/>
          <p:cNvSpPr/>
          <p:nvPr/>
        </p:nvSpPr>
        <p:spPr>
          <a:xfrm>
            <a:off x="777240" y="3520440"/>
            <a:ext cx="384048" cy="384048"/>
          </a:xfrm>
          <a:prstGeom prst="ellipse">
            <a:avLst/>
          </a:prstGeom>
          <a:solidFill>
            <a:srgbClr val="C8A02C"/>
          </a:solidFill>
          <a:ln/>
        </p:spPr>
        <p:txBody>
          <a:bodyPr/>
          <a:lstStyle/>
          <a:p>
            <a:endParaRPr lang="en-IN"/>
          </a:p>
        </p:txBody>
      </p:sp>
      <p:sp>
        <p:nvSpPr>
          <p:cNvPr id="10" name="Text 8"/>
          <p:cNvSpPr txBox="1"/>
          <p:nvPr/>
        </p:nvSpPr>
        <p:spPr>
          <a:xfrm>
            <a:off x="777240" y="3520440"/>
            <a:ext cx="384048" cy="384048"/>
          </a:xfrm>
          <a:prstGeom prst="rect">
            <a:avLst/>
          </a:prstGeom>
          <a:noFill/>
          <a:ln/>
        </p:spPr>
        <p:txBody>
          <a:bodyPr wrap="square" lIns="0" tIns="0" rIns="0" bIns="0" rtlCol="0" anchor="ctr"/>
          <a:lstStyle/>
          <a:p>
            <a:pPr marL="0" indent="0" algn="ctr">
              <a:buNone/>
            </a:pPr>
            <a:r>
              <a:rPr lang="en-US" b="1" dirty="0">
                <a:solidFill>
                  <a:srgbClr val="101B3A"/>
                </a:solidFill>
                <a:latin typeface="Calibri" pitchFamily="34" charset="0"/>
                <a:ea typeface="Calibri" pitchFamily="34" charset="-122"/>
                <a:cs typeface="Calibri" pitchFamily="34" charset="-120"/>
              </a:rPr>
              <a:t>1</a:t>
            </a:r>
            <a:endParaRPr lang="en-US" dirty="0"/>
          </a:p>
        </p:txBody>
      </p:sp>
      <p:sp>
        <p:nvSpPr>
          <p:cNvPr id="11" name="Text 9"/>
          <p:cNvSpPr txBox="1"/>
          <p:nvPr/>
        </p:nvSpPr>
        <p:spPr>
          <a:xfrm>
            <a:off x="777240" y="3840480"/>
            <a:ext cx="3063240" cy="457200"/>
          </a:xfrm>
          <a:prstGeom prst="rect">
            <a:avLst/>
          </a:prstGeom>
          <a:noFill/>
          <a:ln/>
        </p:spPr>
        <p:txBody>
          <a:bodyPr wrap="square" lIns="0" tIns="0" rIns="0" bIns="0" rtlCol="0" anchor="ctr"/>
          <a:lstStyle/>
          <a:p>
            <a:pPr marL="0" indent="0">
              <a:buNone/>
            </a:pPr>
            <a:r>
              <a:rPr lang="en-US" b="1" dirty="0">
                <a:solidFill>
                  <a:srgbClr val="1B2A55"/>
                </a:solidFill>
                <a:latin typeface="Calibri" pitchFamily="34" charset="0"/>
                <a:ea typeface="Calibri" pitchFamily="34" charset="-122"/>
                <a:cs typeface="Calibri" pitchFamily="34" charset="-120"/>
              </a:rPr>
              <a:t>Who is affected?</a:t>
            </a:r>
            <a:endParaRPr lang="en-US" dirty="0"/>
          </a:p>
        </p:txBody>
      </p:sp>
      <p:sp>
        <p:nvSpPr>
          <p:cNvPr id="12" name="Text 10"/>
          <p:cNvSpPr txBox="1"/>
          <p:nvPr/>
        </p:nvSpPr>
        <p:spPr>
          <a:xfrm>
            <a:off x="777240" y="4526280"/>
            <a:ext cx="3063240" cy="1234440"/>
          </a:xfrm>
          <a:prstGeom prst="rect">
            <a:avLst/>
          </a:prstGeom>
          <a:noFill/>
          <a:ln/>
        </p:spPr>
        <p:txBody>
          <a:bodyPr wrap="square" lIns="0" tIns="0" rIns="0" bIns="0" rtlCol="0" anchor="ctr"/>
          <a:lstStyle/>
          <a:p>
            <a:r>
              <a:rPr lang="en-IN" dirty="0"/>
              <a:t>Credit card users and banks are affected because undetected fraud can cause financial loss and security risks</a:t>
            </a:r>
            <a:endParaRPr lang="en-US" dirty="0"/>
          </a:p>
        </p:txBody>
      </p:sp>
      <p:sp>
        <p:nvSpPr>
          <p:cNvPr id="13" name="Shape 11"/>
          <p:cNvSpPr/>
          <p:nvPr/>
        </p:nvSpPr>
        <p:spPr>
          <a:xfrm>
            <a:off x="4297680" y="3291840"/>
            <a:ext cx="3520440" cy="2791718"/>
          </a:xfrm>
          <a:prstGeom prst="roundRect">
            <a:avLst>
              <a:gd name="adj" fmla="val 2807"/>
            </a:avLst>
          </a:prstGeom>
          <a:solidFill>
            <a:srgbClr val="F1F4F9"/>
          </a:solidFill>
          <a:ln w="12700">
            <a:solidFill>
              <a:srgbClr val="DDE3EC"/>
            </a:solidFill>
            <a:prstDash val="solid"/>
          </a:ln>
        </p:spPr>
        <p:txBody>
          <a:bodyPr/>
          <a:lstStyle/>
          <a:p>
            <a:endParaRPr lang="en-IN"/>
          </a:p>
        </p:txBody>
      </p:sp>
      <p:sp>
        <p:nvSpPr>
          <p:cNvPr id="14" name="Shape 12"/>
          <p:cNvSpPr/>
          <p:nvPr/>
        </p:nvSpPr>
        <p:spPr>
          <a:xfrm>
            <a:off x="4526280" y="3520440"/>
            <a:ext cx="384048" cy="384048"/>
          </a:xfrm>
          <a:prstGeom prst="ellipse">
            <a:avLst/>
          </a:prstGeom>
          <a:solidFill>
            <a:srgbClr val="C8A02C"/>
          </a:solidFill>
          <a:ln/>
        </p:spPr>
        <p:txBody>
          <a:bodyPr/>
          <a:lstStyle/>
          <a:p>
            <a:endParaRPr lang="en-IN"/>
          </a:p>
        </p:txBody>
      </p:sp>
      <p:sp>
        <p:nvSpPr>
          <p:cNvPr id="15" name="Text 13"/>
          <p:cNvSpPr txBox="1"/>
          <p:nvPr/>
        </p:nvSpPr>
        <p:spPr>
          <a:xfrm>
            <a:off x="4526280" y="3520440"/>
            <a:ext cx="384048" cy="384048"/>
          </a:xfrm>
          <a:prstGeom prst="rect">
            <a:avLst/>
          </a:prstGeom>
          <a:noFill/>
          <a:ln/>
        </p:spPr>
        <p:txBody>
          <a:bodyPr wrap="square" lIns="0" tIns="0" rIns="0" bIns="0" rtlCol="0" anchor="ctr"/>
          <a:lstStyle/>
          <a:p>
            <a:pPr marL="0" indent="0" algn="ctr">
              <a:buNone/>
            </a:pPr>
            <a:r>
              <a:rPr lang="en-US" b="1" dirty="0">
                <a:solidFill>
                  <a:srgbClr val="101B3A"/>
                </a:solidFill>
                <a:latin typeface="Calibri" pitchFamily="34" charset="0"/>
                <a:ea typeface="Calibri" pitchFamily="34" charset="-122"/>
                <a:cs typeface="Calibri" pitchFamily="34" charset="-120"/>
              </a:rPr>
              <a:t>2</a:t>
            </a:r>
            <a:endParaRPr lang="en-US" dirty="0"/>
          </a:p>
        </p:txBody>
      </p:sp>
      <p:sp>
        <p:nvSpPr>
          <p:cNvPr id="16" name="Text 14"/>
          <p:cNvSpPr txBox="1"/>
          <p:nvPr/>
        </p:nvSpPr>
        <p:spPr>
          <a:xfrm>
            <a:off x="4526280" y="3897024"/>
            <a:ext cx="3291840" cy="457200"/>
          </a:xfrm>
          <a:prstGeom prst="rect">
            <a:avLst/>
          </a:prstGeom>
          <a:noFill/>
          <a:ln/>
        </p:spPr>
        <p:txBody>
          <a:bodyPr wrap="square" lIns="0" tIns="0" rIns="0" bIns="0" rtlCol="0" anchor="ctr"/>
          <a:lstStyle/>
          <a:p>
            <a:pPr marL="0" indent="0">
              <a:buNone/>
            </a:pPr>
            <a:r>
              <a:rPr lang="en-US" b="1" dirty="0">
                <a:solidFill>
                  <a:srgbClr val="1B2A55"/>
                </a:solidFill>
                <a:latin typeface="Calibri" pitchFamily="34" charset="0"/>
                <a:ea typeface="Calibri" pitchFamily="34" charset="-122"/>
                <a:cs typeface="Calibri" pitchFamily="34" charset="-120"/>
              </a:rPr>
              <a:t>What is the cost of the problem?</a:t>
            </a:r>
            <a:endParaRPr lang="en-US" dirty="0"/>
          </a:p>
        </p:txBody>
      </p:sp>
      <p:sp>
        <p:nvSpPr>
          <p:cNvPr id="17" name="Text 15"/>
          <p:cNvSpPr txBox="1"/>
          <p:nvPr/>
        </p:nvSpPr>
        <p:spPr>
          <a:xfrm>
            <a:off x="4526280" y="4281072"/>
            <a:ext cx="3063240" cy="1234440"/>
          </a:xfrm>
          <a:prstGeom prst="rect">
            <a:avLst/>
          </a:prstGeom>
          <a:noFill/>
          <a:ln/>
        </p:spPr>
        <p:txBody>
          <a:bodyPr wrap="square" lIns="0" tIns="0" rIns="0" bIns="0" rtlCol="0" anchor="ctr"/>
          <a:lstStyle/>
          <a:p>
            <a:r>
              <a:rPr lang="en-IN" dirty="0"/>
              <a:t>Financial losses, stolen money, and loss of customer trust due to undetected fraudulent transactions.</a:t>
            </a:r>
          </a:p>
        </p:txBody>
      </p:sp>
      <p:sp>
        <p:nvSpPr>
          <p:cNvPr id="18" name="Shape 16"/>
          <p:cNvSpPr/>
          <p:nvPr/>
        </p:nvSpPr>
        <p:spPr>
          <a:xfrm>
            <a:off x="8046720" y="3291840"/>
            <a:ext cx="3520440" cy="2791718"/>
          </a:xfrm>
          <a:prstGeom prst="roundRect">
            <a:avLst>
              <a:gd name="adj" fmla="val 2807"/>
            </a:avLst>
          </a:prstGeom>
          <a:solidFill>
            <a:srgbClr val="F1F4F9"/>
          </a:solidFill>
          <a:ln w="12700">
            <a:solidFill>
              <a:srgbClr val="DDE3EC"/>
            </a:solidFill>
            <a:prstDash val="solid"/>
          </a:ln>
        </p:spPr>
        <p:txBody>
          <a:bodyPr/>
          <a:lstStyle/>
          <a:p>
            <a:endParaRPr lang="en-IN"/>
          </a:p>
        </p:txBody>
      </p:sp>
      <p:sp>
        <p:nvSpPr>
          <p:cNvPr id="19" name="Shape 17"/>
          <p:cNvSpPr/>
          <p:nvPr/>
        </p:nvSpPr>
        <p:spPr>
          <a:xfrm>
            <a:off x="8275320" y="3520440"/>
            <a:ext cx="384048" cy="384048"/>
          </a:xfrm>
          <a:prstGeom prst="ellipse">
            <a:avLst/>
          </a:prstGeom>
          <a:solidFill>
            <a:srgbClr val="C8A02C"/>
          </a:solidFill>
          <a:ln/>
        </p:spPr>
        <p:txBody>
          <a:bodyPr/>
          <a:lstStyle/>
          <a:p>
            <a:endParaRPr lang="en-IN"/>
          </a:p>
        </p:txBody>
      </p:sp>
      <p:sp>
        <p:nvSpPr>
          <p:cNvPr id="20" name="Text 18"/>
          <p:cNvSpPr txBox="1"/>
          <p:nvPr/>
        </p:nvSpPr>
        <p:spPr>
          <a:xfrm>
            <a:off x="8275320" y="3520440"/>
            <a:ext cx="384048" cy="384048"/>
          </a:xfrm>
          <a:prstGeom prst="rect">
            <a:avLst/>
          </a:prstGeom>
          <a:noFill/>
          <a:ln/>
        </p:spPr>
        <p:txBody>
          <a:bodyPr wrap="square" lIns="0" tIns="0" rIns="0" bIns="0" rtlCol="0" anchor="ctr"/>
          <a:lstStyle/>
          <a:p>
            <a:pPr marL="0" indent="0" algn="ctr">
              <a:buNone/>
            </a:pPr>
            <a:r>
              <a:rPr lang="en-US" b="1" dirty="0">
                <a:solidFill>
                  <a:srgbClr val="101B3A"/>
                </a:solidFill>
                <a:latin typeface="Calibri" pitchFamily="34" charset="0"/>
                <a:ea typeface="Calibri" pitchFamily="34" charset="-122"/>
                <a:cs typeface="Calibri" pitchFamily="34" charset="-120"/>
              </a:rPr>
              <a:t>3</a:t>
            </a:r>
            <a:endParaRPr lang="en-US" dirty="0"/>
          </a:p>
        </p:txBody>
      </p:sp>
      <p:sp>
        <p:nvSpPr>
          <p:cNvPr id="21" name="Text 19"/>
          <p:cNvSpPr txBox="1"/>
          <p:nvPr/>
        </p:nvSpPr>
        <p:spPr>
          <a:xfrm>
            <a:off x="8275320" y="3896464"/>
            <a:ext cx="3063240" cy="457200"/>
          </a:xfrm>
          <a:prstGeom prst="rect">
            <a:avLst/>
          </a:prstGeom>
          <a:noFill/>
          <a:ln/>
        </p:spPr>
        <p:txBody>
          <a:bodyPr wrap="square" lIns="0" tIns="0" rIns="0" bIns="0" rtlCol="0" anchor="ctr"/>
          <a:lstStyle/>
          <a:p>
            <a:pPr marL="0" indent="0">
              <a:buNone/>
            </a:pPr>
            <a:r>
              <a:rPr lang="en-US" b="1" dirty="0">
                <a:solidFill>
                  <a:srgbClr val="1B2A55"/>
                </a:solidFill>
                <a:latin typeface="Calibri" pitchFamily="34" charset="0"/>
                <a:ea typeface="Calibri" pitchFamily="34" charset="-122"/>
                <a:cs typeface="Calibri" pitchFamily="34" charset="-120"/>
              </a:rPr>
              <a:t>Why solve it now?</a:t>
            </a:r>
            <a:endParaRPr lang="en-US" dirty="0"/>
          </a:p>
        </p:txBody>
      </p:sp>
      <p:sp>
        <p:nvSpPr>
          <p:cNvPr id="22" name="Text 20"/>
          <p:cNvSpPr txBox="1"/>
          <p:nvPr/>
        </p:nvSpPr>
        <p:spPr>
          <a:xfrm>
            <a:off x="8275320" y="4354224"/>
            <a:ext cx="3063240" cy="1234440"/>
          </a:xfrm>
          <a:prstGeom prst="rect">
            <a:avLst/>
          </a:prstGeom>
          <a:noFill/>
          <a:ln/>
        </p:spPr>
        <p:txBody>
          <a:bodyPr wrap="square" lIns="0" tIns="0" rIns="0" bIns="0" rtlCol="0" anchor="ctr"/>
          <a:lstStyle/>
          <a:p>
            <a:r>
              <a:rPr lang="en-IN" dirty="0"/>
              <a:t>Online transactions are increasing, so credit card fraud is also increasing. Early detection can reduce financial losses and protect customers.</a:t>
            </a:r>
            <a:endParaRPr lang="en-US" dirty="0"/>
          </a:p>
        </p:txBody>
      </p:sp>
      <p:sp>
        <p:nvSpPr>
          <p:cNvPr id="23" name="Text 21"/>
          <p:cNvSpPr txBox="1"/>
          <p:nvPr/>
        </p:nvSpPr>
        <p:spPr>
          <a:xfrm>
            <a:off x="548640" y="6355080"/>
            <a:ext cx="6400800" cy="274320"/>
          </a:xfrm>
          <a:prstGeom prst="rect">
            <a:avLst/>
          </a:prstGeom>
          <a:noFill/>
          <a:ln/>
        </p:spPr>
        <p:txBody>
          <a:bodyPr wrap="square" lIns="0" tIns="0" rIns="0" bIns="0" rtlCol="0" anchor="ctr"/>
          <a:lstStyle/>
          <a:p>
            <a:pPr marL="0" indent="0">
              <a:buNone/>
            </a:pPr>
            <a:r>
              <a:rPr lang="en-US" dirty="0">
                <a:solidFill>
                  <a:srgbClr val="6B7280"/>
                </a:solidFill>
                <a:latin typeface="Calibri" pitchFamily="34" charset="0"/>
                <a:ea typeface="Calibri" pitchFamily="34" charset="-122"/>
                <a:cs typeface="Calibri" pitchFamily="34" charset="-120"/>
              </a:rPr>
              <a:t>Dept. of CSE  |  KL University, Bachupally Campus</a:t>
            </a:r>
            <a:endParaRPr lang="en-US" dirty="0"/>
          </a:p>
        </p:txBody>
      </p:sp>
      <p:sp>
        <p:nvSpPr>
          <p:cNvPr id="24" name="Text 22"/>
          <p:cNvSpPr txBox="1"/>
          <p:nvPr/>
        </p:nvSpPr>
        <p:spPr>
          <a:xfrm>
            <a:off x="11064240" y="6355080"/>
            <a:ext cx="548640" cy="274320"/>
          </a:xfrm>
          <a:prstGeom prst="rect">
            <a:avLst/>
          </a:prstGeom>
          <a:noFill/>
          <a:ln/>
        </p:spPr>
        <p:txBody>
          <a:bodyPr wrap="square" lIns="0" tIns="0" rIns="0" bIns="0" rtlCol="0" anchor="ctr"/>
          <a:lstStyle/>
          <a:p>
            <a:pPr marL="0" indent="0" algn="r">
              <a:buNone/>
            </a:pPr>
            <a:r>
              <a:rPr lang="en-US" dirty="0">
                <a:solidFill>
                  <a:srgbClr val="6B7280"/>
                </a:solidFill>
                <a:latin typeface="Calibri" pitchFamily="34" charset="0"/>
                <a:ea typeface="Calibri" pitchFamily="34" charset="-122"/>
                <a:cs typeface="Calibri" pitchFamily="34" charset="-120"/>
              </a:rPr>
              <a:t>4</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47472"/>
            <a:ext cx="10515600" cy="256032"/>
          </a:xfrm>
          <a:prstGeom prst="rect">
            <a:avLst/>
          </a:prstGeom>
          <a:noFill/>
          <a:ln/>
        </p:spPr>
        <p:txBody>
          <a:bodyPr wrap="square" lIns="0" tIns="0" rIns="0" bIns="0" rtlCol="0" anchor="ctr"/>
          <a:lstStyle/>
          <a:p>
            <a:pPr marL="0" indent="0">
              <a:buNone/>
            </a:pPr>
            <a:r>
              <a:rPr lang="en-US" b="1" kern="0" spc="200" dirty="0">
                <a:solidFill>
                  <a:srgbClr val="C8A02C"/>
                </a:solidFill>
                <a:latin typeface="Calibri" pitchFamily="34" charset="0"/>
                <a:ea typeface="Calibri" pitchFamily="34" charset="-122"/>
                <a:cs typeface="Calibri" pitchFamily="34" charset="-120"/>
              </a:rPr>
              <a:t>SECTION 3</a:t>
            </a:r>
            <a:endParaRPr lang="en-US"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marL="0" indent="0">
              <a:buNone/>
            </a:pPr>
            <a:r>
              <a:rPr lang="en-US" b="1" dirty="0">
                <a:solidFill>
                  <a:srgbClr val="1B2A55"/>
                </a:solidFill>
                <a:latin typeface="Cambria" pitchFamily="34" charset="0"/>
                <a:ea typeface="Cambria" pitchFamily="34" charset="-122"/>
                <a:cs typeface="Cambria" pitchFamily="34" charset="-120"/>
              </a:rPr>
              <a:t>Literature Survey</a:t>
            </a:r>
            <a:endParaRPr lang="en-US" dirty="0"/>
          </a:p>
        </p:txBody>
      </p:sp>
      <p:sp>
        <p:nvSpPr>
          <p:cNvPr id="4" name="Text 2"/>
          <p:cNvSpPr txBox="1"/>
          <p:nvPr/>
        </p:nvSpPr>
        <p:spPr>
          <a:xfrm>
            <a:off x="548640" y="1188720"/>
            <a:ext cx="11064240" cy="274320"/>
          </a:xfrm>
          <a:prstGeom prst="rect">
            <a:avLst/>
          </a:prstGeom>
          <a:noFill/>
          <a:ln/>
        </p:spPr>
        <p:txBody>
          <a:bodyPr wrap="square" lIns="0" tIns="0" rIns="0" bIns="0" rtlCol="0" anchor="ctr"/>
          <a:lstStyle/>
          <a:p>
            <a:pPr marL="0" indent="0">
              <a:buNone/>
            </a:pPr>
            <a:endParaRPr lang="en-US" dirty="0"/>
          </a:p>
        </p:txBody>
      </p:sp>
      <p:graphicFrame>
        <p:nvGraphicFramePr>
          <p:cNvPr id="6" name="Table 0"/>
          <p:cNvGraphicFramePr>
            <a:graphicFrameLocks noGrp="1"/>
          </p:cNvGraphicFramePr>
          <p:nvPr>
            <p:extLst>
              <p:ext uri="{D42A27DB-BD31-4B8C-83A1-F6EECF244321}">
                <p14:modId xmlns:p14="http://schemas.microsoft.com/office/powerpoint/2010/main" val="1416844991"/>
              </p:ext>
            </p:extLst>
          </p:nvPr>
        </p:nvGraphicFramePr>
        <p:xfrm>
          <a:off x="1615440" y="1170432"/>
          <a:ext cx="9910972" cy="4297680"/>
        </p:xfrm>
        <a:graphic>
          <a:graphicData uri="http://schemas.openxmlformats.org/drawingml/2006/table">
            <a:tbl>
              <a:tblPr/>
              <a:tblGrid>
                <a:gridCol w="438497">
                  <a:extLst>
                    <a:ext uri="{9D8B030D-6E8A-4147-A177-3AD203B41FA5}">
                      <a16:colId xmlns:a16="http://schemas.microsoft.com/office/drawing/2014/main" val="20000"/>
                    </a:ext>
                  </a:extLst>
                </a:gridCol>
                <a:gridCol w="1400279">
                  <a:extLst>
                    <a:ext uri="{9D8B030D-6E8A-4147-A177-3AD203B41FA5}">
                      <a16:colId xmlns:a16="http://schemas.microsoft.com/office/drawing/2014/main" val="20001"/>
                    </a:ext>
                  </a:extLst>
                </a:gridCol>
                <a:gridCol w="2471079">
                  <a:extLst>
                    <a:ext uri="{9D8B030D-6E8A-4147-A177-3AD203B41FA5}">
                      <a16:colId xmlns:a16="http://schemas.microsoft.com/office/drawing/2014/main" val="20002"/>
                    </a:ext>
                  </a:extLst>
                </a:gridCol>
                <a:gridCol w="1565018">
                  <a:extLst>
                    <a:ext uri="{9D8B030D-6E8A-4147-A177-3AD203B41FA5}">
                      <a16:colId xmlns:a16="http://schemas.microsoft.com/office/drawing/2014/main" val="20003"/>
                    </a:ext>
                  </a:extLst>
                </a:gridCol>
                <a:gridCol w="2059234">
                  <a:extLst>
                    <a:ext uri="{9D8B030D-6E8A-4147-A177-3AD203B41FA5}">
                      <a16:colId xmlns:a16="http://schemas.microsoft.com/office/drawing/2014/main" val="20004"/>
                    </a:ext>
                  </a:extLst>
                </a:gridCol>
                <a:gridCol w="1976865">
                  <a:extLst>
                    <a:ext uri="{9D8B030D-6E8A-4147-A177-3AD203B41FA5}">
                      <a16:colId xmlns:a16="http://schemas.microsoft.com/office/drawing/2014/main" val="20005"/>
                    </a:ext>
                  </a:extLst>
                </a:gridCol>
              </a:tblGrid>
              <a:tr h="444974">
                <a:tc>
                  <a:txBody>
                    <a:bodyPr/>
                    <a:lstStyle/>
                    <a:p>
                      <a:pPr marL="0" indent="0">
                        <a:buNone/>
                      </a:pPr>
                      <a:r>
                        <a:rPr lang="en-US" sz="1800" b="1" dirty="0" err="1">
                          <a:solidFill>
                            <a:srgbClr val="1F2430"/>
                          </a:solidFill>
                          <a:latin typeface="Calibri" pitchFamily="34" charset="0"/>
                          <a:ea typeface="Calibri" pitchFamily="34" charset="-122"/>
                          <a:cs typeface="Calibri" pitchFamily="34" charset="-120"/>
                        </a:rPr>
                        <a:t>S.No</a:t>
                      </a:r>
                      <a:endParaRPr lang="en-US" sz="1800" dirty="0">
                        <a:latin typeface="Calibri" charset="0"/>
                        <a:ea typeface="Calibri" charset="0"/>
                        <a:cs typeface="Calibri" charset="0"/>
                      </a:endParaRP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800" b="1" dirty="0">
                          <a:solidFill>
                            <a:srgbClr val="1F2430"/>
                          </a:solidFill>
                          <a:latin typeface="Calibri" pitchFamily="34" charset="0"/>
                          <a:ea typeface="Calibri" pitchFamily="34" charset="-122"/>
                          <a:cs typeface="Calibri" pitchFamily="34" charset="-120"/>
                        </a:rPr>
                        <a:t>Author &amp; Year</a:t>
                      </a:r>
                      <a:endParaRPr lang="en-US" sz="1800" dirty="0">
                        <a:latin typeface="Calibri" charset="0"/>
                        <a:ea typeface="Calibri" charset="0"/>
                        <a:cs typeface="Calibri" charset="0"/>
                      </a:endParaRP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800" b="1" dirty="0">
                          <a:solidFill>
                            <a:srgbClr val="1F2430"/>
                          </a:solidFill>
                          <a:latin typeface="Calibri" pitchFamily="34" charset="0"/>
                          <a:ea typeface="Calibri" pitchFamily="34" charset="-122"/>
                          <a:cs typeface="Calibri" pitchFamily="34" charset="-120"/>
                        </a:rPr>
                        <a:t>Title / Technique Used</a:t>
                      </a:r>
                      <a:endParaRPr lang="en-US" sz="1800" dirty="0">
                        <a:latin typeface="Calibri" charset="0"/>
                        <a:ea typeface="Calibri" charset="0"/>
                        <a:cs typeface="Calibri" charset="0"/>
                      </a:endParaRP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800" b="1" dirty="0">
                          <a:solidFill>
                            <a:srgbClr val="1F2430"/>
                          </a:solidFill>
                          <a:latin typeface="Calibri" pitchFamily="34" charset="0"/>
                          <a:ea typeface="Calibri" pitchFamily="34" charset="-122"/>
                          <a:cs typeface="Calibri" pitchFamily="34" charset="-120"/>
                        </a:rPr>
                        <a:t>Dataset / Tools</a:t>
                      </a:r>
                      <a:endParaRPr lang="en-US" sz="1800" dirty="0">
                        <a:latin typeface="Calibri" charset="0"/>
                        <a:ea typeface="Calibri" charset="0"/>
                        <a:cs typeface="Calibri" charset="0"/>
                      </a:endParaRP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800" b="1" dirty="0">
                          <a:solidFill>
                            <a:srgbClr val="1F2430"/>
                          </a:solidFill>
                          <a:latin typeface="Calibri" pitchFamily="34" charset="0"/>
                          <a:ea typeface="Calibri" pitchFamily="34" charset="-122"/>
                          <a:cs typeface="Calibri" pitchFamily="34" charset="-120"/>
                        </a:rPr>
                        <a:t>Key Findings</a:t>
                      </a:r>
                      <a:endParaRPr lang="en-US" sz="1800" dirty="0">
                        <a:latin typeface="Calibri" charset="0"/>
                        <a:ea typeface="Calibri" charset="0"/>
                        <a:cs typeface="Calibri" charset="0"/>
                      </a:endParaRP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800" b="1" dirty="0">
                          <a:solidFill>
                            <a:srgbClr val="1F2430"/>
                          </a:solidFill>
                          <a:latin typeface="Calibri" pitchFamily="34" charset="0"/>
                          <a:ea typeface="Calibri" pitchFamily="34" charset="-122"/>
                          <a:cs typeface="Calibri" pitchFamily="34" charset="-120"/>
                        </a:rPr>
                        <a:t>Limitation / Gap</a:t>
                      </a:r>
                      <a:endParaRPr lang="en-US" sz="1800" dirty="0">
                        <a:latin typeface="Calibri" charset="0"/>
                        <a:ea typeface="Calibri" charset="0"/>
                        <a:cs typeface="Calibri" charset="0"/>
                      </a:endParaRP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1315575">
                <a:tc>
                  <a:txBody>
                    <a:bodyPr/>
                    <a:lstStyle/>
                    <a:p>
                      <a:pPr marL="0" indent="0">
                        <a:buNone/>
                      </a:pPr>
                      <a:r>
                        <a:rPr lang="en-US" sz="1800" dirty="0">
                          <a:solidFill>
                            <a:srgbClr val="1F2430"/>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IN" dirty="0"/>
                        <a:t>Dal </a:t>
                      </a:r>
                      <a:r>
                        <a:rPr lang="en-IN" dirty="0" err="1"/>
                        <a:t>Pozzolo</a:t>
                      </a:r>
                      <a:r>
                        <a:rPr lang="en-IN" dirty="0"/>
                        <a:t> et al. (2017)</a:t>
                      </a:r>
                      <a:endParaRPr lang="en-US" sz="1800" dirty="0">
                        <a:latin typeface="Calibri" charset="0"/>
                        <a:ea typeface="Calibri" charset="0"/>
                        <a:cs typeface="Calibri" charset="0"/>
                      </a:endParaRP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IN" dirty="0"/>
                        <a:t>Credit Card Fraud Detection – Machine Learning</a:t>
                      </a:r>
                      <a:endParaRPr lang="en-US" sz="1800" dirty="0">
                        <a:latin typeface="Calibri" charset="0"/>
                        <a:ea typeface="Calibri" charset="0"/>
                        <a:cs typeface="Calibri" charset="0"/>
                      </a:endParaRP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IN" dirty="0"/>
                        <a:t>Real-world credit card transactions</a:t>
                      </a:r>
                      <a:endParaRPr lang="en-US" sz="1800" dirty="0">
                        <a:latin typeface="Calibri" charset="0"/>
                        <a:ea typeface="Calibri" charset="0"/>
                        <a:cs typeface="Calibri" charset="0"/>
                      </a:endParaRP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IN" dirty="0"/>
                        <a:t>ML can effectively detect fraudulent transactions and handle highly imbalanced data.</a:t>
                      </a:r>
                      <a:endParaRPr lang="en-US" sz="1800" dirty="0">
                        <a:latin typeface="Calibri" charset="0"/>
                        <a:ea typeface="Calibri" charset="0"/>
                        <a:cs typeface="Calibri" charset="0"/>
                      </a:endParaRP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IN" dirty="0"/>
                        <a:t>Fraud patterns change over time, making continuous adaptation difficult.</a:t>
                      </a:r>
                      <a:endParaRPr lang="en-US" sz="1800" dirty="0">
                        <a:latin typeface="Calibri" charset="0"/>
                        <a:ea typeface="Calibri" charset="0"/>
                        <a:cs typeface="Calibri" charset="0"/>
                      </a:endParaRP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489695">
                <a:tc>
                  <a:txBody>
                    <a:bodyPr/>
                    <a:lstStyle/>
                    <a:p>
                      <a:pPr marL="0" indent="0">
                        <a:buNone/>
                      </a:pPr>
                      <a:r>
                        <a:rPr lang="en-US" sz="1800" dirty="0">
                          <a:solidFill>
                            <a:srgbClr val="1F2430"/>
                          </a:solidFill>
                          <a:latin typeface="Calibri" pitchFamily="34" charset="0"/>
                          <a:ea typeface="Calibri" pitchFamily="34" charset="-122"/>
                          <a:cs typeface="Calibri" pitchFamily="34" charset="-120"/>
                        </a:rPr>
                        <a:t>2</a:t>
                      </a:r>
                      <a:endParaRPr lang="en-US" sz="1800" dirty="0">
                        <a:latin typeface="Calibri" charset="0"/>
                        <a:ea typeface="Calibri" charset="0"/>
                        <a:cs typeface="Calibri" charset="0"/>
                      </a:endParaRP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IN" dirty="0" err="1"/>
                        <a:t>Carcillo</a:t>
                      </a:r>
                      <a:r>
                        <a:rPr lang="en-IN" dirty="0"/>
                        <a:t> et al. (2018)</a:t>
                      </a:r>
                      <a:endParaRPr lang="en-US" sz="1800" dirty="0">
                        <a:latin typeface="Calibri" charset="0"/>
                        <a:ea typeface="Calibri" charset="0"/>
                        <a:cs typeface="Calibri" charset="0"/>
                      </a:endParaRP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IN" b="0" dirty="0"/>
                        <a:t>SCARFF – Real-Time Fraud Detection using ML, Spark</a:t>
                      </a:r>
                      <a:endParaRPr lang="en-US" sz="1800" b="0" dirty="0">
                        <a:latin typeface="Calibri" charset="0"/>
                        <a:ea typeface="Calibri" charset="0"/>
                        <a:cs typeface="Calibri" charset="0"/>
                      </a:endParaRP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IN" dirty="0"/>
                        <a:t>Real-world streaming transactions; Kafka, Spark, Cassandra</a:t>
                      </a:r>
                      <a:endParaRPr lang="en-US" sz="1800" dirty="0">
                        <a:latin typeface="Calibri" charset="0"/>
                        <a:ea typeface="Calibri" charset="0"/>
                        <a:cs typeface="Calibri" charset="0"/>
                      </a:endParaRP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IN" dirty="0"/>
                        <a:t>Supports near real-time fraud detection and handles large transaction streams and class imbalance.</a:t>
                      </a:r>
                      <a:endParaRPr lang="en-US" sz="1800" dirty="0">
                        <a:latin typeface="Calibri" charset="0"/>
                        <a:ea typeface="Calibri" charset="0"/>
                        <a:cs typeface="Calibri" charset="0"/>
                      </a:endParaRP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IN" dirty="0"/>
                        <a:t>Requires complex Big Data infrastructure, which may be unnecessary for smaller systems.</a:t>
                      </a:r>
                      <a:endParaRPr lang="en-US" sz="1800" dirty="0">
                        <a:latin typeface="Calibri" charset="0"/>
                        <a:ea typeface="Calibri" charset="0"/>
                        <a:cs typeface="Calibri" charset="0"/>
                      </a:endParaRP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5" name="Text 3"/>
          <p:cNvSpPr txBox="1"/>
          <p:nvPr/>
        </p:nvSpPr>
        <p:spPr>
          <a:xfrm>
            <a:off x="563880" y="5764452"/>
            <a:ext cx="11064240" cy="320040"/>
          </a:xfrm>
          <a:prstGeom prst="rect">
            <a:avLst/>
          </a:prstGeom>
          <a:noFill/>
          <a:ln/>
        </p:spPr>
        <p:txBody>
          <a:bodyPr wrap="square" lIns="0" tIns="0" rIns="0" bIns="0" rtlCol="0" anchor="ctr"/>
          <a:lstStyle/>
          <a:p>
            <a:endParaRPr lang="en-US" i="1" dirty="0">
              <a:solidFill>
                <a:srgbClr val="FF0000"/>
              </a:solidFill>
            </a:endParaRPr>
          </a:p>
        </p:txBody>
      </p:sp>
      <p:sp>
        <p:nvSpPr>
          <p:cNvPr id="7" name="Text 4"/>
          <p:cNvSpPr txBox="1"/>
          <p:nvPr/>
        </p:nvSpPr>
        <p:spPr>
          <a:xfrm>
            <a:off x="548640" y="6355080"/>
            <a:ext cx="6400800" cy="274320"/>
          </a:xfrm>
          <a:prstGeom prst="rect">
            <a:avLst/>
          </a:prstGeom>
          <a:noFill/>
          <a:ln/>
        </p:spPr>
        <p:txBody>
          <a:bodyPr wrap="square" lIns="0" tIns="0" rIns="0" bIns="0" rtlCol="0" anchor="ctr"/>
          <a:lstStyle/>
          <a:p>
            <a:pPr marL="0" indent="0">
              <a:buNone/>
            </a:pPr>
            <a:r>
              <a:rPr lang="en-US" dirty="0">
                <a:solidFill>
                  <a:srgbClr val="6B7280"/>
                </a:solidFill>
                <a:latin typeface="Calibri" pitchFamily="34" charset="0"/>
                <a:ea typeface="Calibri" pitchFamily="34" charset="-122"/>
                <a:cs typeface="Calibri" pitchFamily="34" charset="-120"/>
              </a:rPr>
              <a:t>Dept. of CSE  |  KL University, Bachupally Campus</a:t>
            </a:r>
            <a:endParaRPr lang="en-US" dirty="0"/>
          </a:p>
        </p:txBody>
      </p:sp>
      <p:sp>
        <p:nvSpPr>
          <p:cNvPr id="8" name="Text 5"/>
          <p:cNvSpPr txBox="1"/>
          <p:nvPr/>
        </p:nvSpPr>
        <p:spPr>
          <a:xfrm>
            <a:off x="11064240" y="6355080"/>
            <a:ext cx="548640" cy="274320"/>
          </a:xfrm>
          <a:prstGeom prst="rect">
            <a:avLst/>
          </a:prstGeom>
          <a:noFill/>
          <a:ln/>
        </p:spPr>
        <p:txBody>
          <a:bodyPr wrap="square" lIns="0" tIns="0" rIns="0" bIns="0" rtlCol="0" anchor="ctr"/>
          <a:lstStyle/>
          <a:p>
            <a:pPr marL="0" indent="0" algn="r">
              <a:buNone/>
            </a:pPr>
            <a:r>
              <a:rPr lang="en-US" dirty="0">
                <a:solidFill>
                  <a:srgbClr val="6B7280"/>
                </a:solidFill>
                <a:latin typeface="Calibri" pitchFamily="34" charset="0"/>
                <a:ea typeface="Calibri" pitchFamily="34" charset="-122"/>
                <a:cs typeface="Calibri" pitchFamily="34" charset="-120"/>
              </a:rPr>
              <a:t>5</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BEFDD1-7767-7D8D-937B-F62E47C9457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D7D63FBE-3644-60BC-8C50-EBFD614AB516}"/>
              </a:ext>
            </a:extLst>
          </p:cNvPr>
          <p:cNvSpPr txBox="1"/>
          <p:nvPr/>
        </p:nvSpPr>
        <p:spPr>
          <a:xfrm>
            <a:off x="548640" y="347472"/>
            <a:ext cx="10515600" cy="256032"/>
          </a:xfrm>
          <a:prstGeom prst="rect">
            <a:avLst/>
          </a:prstGeom>
          <a:noFill/>
          <a:ln/>
        </p:spPr>
        <p:txBody>
          <a:bodyPr wrap="square" lIns="0" tIns="0" rIns="0" bIns="0" rtlCol="0" anchor="ctr"/>
          <a:lstStyle/>
          <a:p>
            <a:pPr marL="0" indent="0">
              <a:buNone/>
            </a:pPr>
            <a:r>
              <a:rPr lang="en-US" b="1" kern="0" spc="200" dirty="0">
                <a:solidFill>
                  <a:srgbClr val="C8A02C"/>
                </a:solidFill>
                <a:latin typeface="Calibri" pitchFamily="34" charset="0"/>
                <a:ea typeface="Calibri" pitchFamily="34" charset="-122"/>
                <a:cs typeface="Calibri" pitchFamily="34" charset="-120"/>
              </a:rPr>
              <a:t>SECTION 3</a:t>
            </a:r>
            <a:endParaRPr lang="en-US" dirty="0"/>
          </a:p>
        </p:txBody>
      </p:sp>
      <p:sp>
        <p:nvSpPr>
          <p:cNvPr id="3" name="Text 1">
            <a:extLst>
              <a:ext uri="{FF2B5EF4-FFF2-40B4-BE49-F238E27FC236}">
                <a16:creationId xmlns:a16="http://schemas.microsoft.com/office/drawing/2014/main" id="{924FA07C-0494-3D0F-5D59-FFCCE9A17EC9}"/>
              </a:ext>
            </a:extLst>
          </p:cNvPr>
          <p:cNvSpPr txBox="1"/>
          <p:nvPr/>
        </p:nvSpPr>
        <p:spPr>
          <a:xfrm>
            <a:off x="548640" y="603504"/>
            <a:ext cx="11064240" cy="566928"/>
          </a:xfrm>
          <a:prstGeom prst="rect">
            <a:avLst/>
          </a:prstGeom>
          <a:noFill/>
          <a:ln/>
        </p:spPr>
        <p:txBody>
          <a:bodyPr wrap="square" lIns="0" tIns="0" rIns="0" bIns="0" rtlCol="0" anchor="ctr"/>
          <a:lstStyle/>
          <a:p>
            <a:pPr marL="0" indent="0">
              <a:buNone/>
            </a:pPr>
            <a:endParaRPr lang="en-US" dirty="0"/>
          </a:p>
        </p:txBody>
      </p:sp>
      <p:sp>
        <p:nvSpPr>
          <p:cNvPr id="4" name="Text 2">
            <a:extLst>
              <a:ext uri="{FF2B5EF4-FFF2-40B4-BE49-F238E27FC236}">
                <a16:creationId xmlns:a16="http://schemas.microsoft.com/office/drawing/2014/main" id="{4281E68B-8850-C480-DF4F-9D5A7C02482A}"/>
              </a:ext>
            </a:extLst>
          </p:cNvPr>
          <p:cNvSpPr txBox="1"/>
          <p:nvPr/>
        </p:nvSpPr>
        <p:spPr>
          <a:xfrm>
            <a:off x="548640" y="1188720"/>
            <a:ext cx="11064240" cy="274320"/>
          </a:xfrm>
          <a:prstGeom prst="rect">
            <a:avLst/>
          </a:prstGeom>
          <a:noFill/>
          <a:ln/>
        </p:spPr>
        <p:txBody>
          <a:bodyPr wrap="square" lIns="0" tIns="0" rIns="0" bIns="0" rtlCol="0" anchor="ctr"/>
          <a:lstStyle/>
          <a:p>
            <a:pPr marL="0" indent="0">
              <a:buNone/>
            </a:pPr>
            <a:endParaRPr lang="en-US" dirty="0"/>
          </a:p>
        </p:txBody>
      </p:sp>
      <p:graphicFrame>
        <p:nvGraphicFramePr>
          <p:cNvPr id="6" name="Table 0">
            <a:extLst>
              <a:ext uri="{FF2B5EF4-FFF2-40B4-BE49-F238E27FC236}">
                <a16:creationId xmlns:a16="http://schemas.microsoft.com/office/drawing/2014/main" id="{858EC2F4-0EA8-9B1E-0B27-DDC338F3CBAC}"/>
              </a:ext>
            </a:extLst>
          </p:cNvPr>
          <p:cNvGraphicFramePr>
            <a:graphicFrameLocks noGrp="1"/>
          </p:cNvGraphicFramePr>
          <p:nvPr>
            <p:extLst>
              <p:ext uri="{D42A27DB-BD31-4B8C-83A1-F6EECF244321}">
                <p14:modId xmlns:p14="http://schemas.microsoft.com/office/powerpoint/2010/main" val="4242340380"/>
              </p:ext>
            </p:extLst>
          </p:nvPr>
        </p:nvGraphicFramePr>
        <p:xfrm>
          <a:off x="1153268" y="859536"/>
          <a:ext cx="9910972" cy="4163176"/>
        </p:xfrm>
        <a:graphic>
          <a:graphicData uri="http://schemas.openxmlformats.org/drawingml/2006/table">
            <a:tbl>
              <a:tblPr/>
              <a:tblGrid>
                <a:gridCol w="438497">
                  <a:extLst>
                    <a:ext uri="{9D8B030D-6E8A-4147-A177-3AD203B41FA5}">
                      <a16:colId xmlns:a16="http://schemas.microsoft.com/office/drawing/2014/main" val="20000"/>
                    </a:ext>
                  </a:extLst>
                </a:gridCol>
                <a:gridCol w="1400279">
                  <a:extLst>
                    <a:ext uri="{9D8B030D-6E8A-4147-A177-3AD203B41FA5}">
                      <a16:colId xmlns:a16="http://schemas.microsoft.com/office/drawing/2014/main" val="20001"/>
                    </a:ext>
                  </a:extLst>
                </a:gridCol>
                <a:gridCol w="2471079">
                  <a:extLst>
                    <a:ext uri="{9D8B030D-6E8A-4147-A177-3AD203B41FA5}">
                      <a16:colId xmlns:a16="http://schemas.microsoft.com/office/drawing/2014/main" val="20002"/>
                    </a:ext>
                  </a:extLst>
                </a:gridCol>
                <a:gridCol w="1565018">
                  <a:extLst>
                    <a:ext uri="{9D8B030D-6E8A-4147-A177-3AD203B41FA5}">
                      <a16:colId xmlns:a16="http://schemas.microsoft.com/office/drawing/2014/main" val="20003"/>
                    </a:ext>
                  </a:extLst>
                </a:gridCol>
                <a:gridCol w="2059234">
                  <a:extLst>
                    <a:ext uri="{9D8B030D-6E8A-4147-A177-3AD203B41FA5}">
                      <a16:colId xmlns:a16="http://schemas.microsoft.com/office/drawing/2014/main" val="20004"/>
                    </a:ext>
                  </a:extLst>
                </a:gridCol>
                <a:gridCol w="1976865">
                  <a:extLst>
                    <a:ext uri="{9D8B030D-6E8A-4147-A177-3AD203B41FA5}">
                      <a16:colId xmlns:a16="http://schemas.microsoft.com/office/drawing/2014/main" val="20005"/>
                    </a:ext>
                  </a:extLst>
                </a:gridCol>
              </a:tblGrid>
              <a:tr h="444974">
                <a:tc>
                  <a:txBody>
                    <a:bodyPr/>
                    <a:lstStyle/>
                    <a:p>
                      <a:pPr marL="0" indent="0">
                        <a:buNone/>
                      </a:pPr>
                      <a:r>
                        <a:rPr lang="en-US" sz="1800" b="1" dirty="0" err="1">
                          <a:solidFill>
                            <a:srgbClr val="1F2430"/>
                          </a:solidFill>
                          <a:latin typeface="Calibri" pitchFamily="34" charset="0"/>
                          <a:ea typeface="Calibri" pitchFamily="34" charset="-122"/>
                          <a:cs typeface="Calibri" pitchFamily="34" charset="-120"/>
                        </a:rPr>
                        <a:t>S.No</a:t>
                      </a:r>
                      <a:endParaRPr lang="en-US" sz="1800" dirty="0">
                        <a:latin typeface="Calibri" charset="0"/>
                        <a:ea typeface="Calibri" charset="0"/>
                        <a:cs typeface="Calibri" charset="0"/>
                      </a:endParaRP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800" b="1" dirty="0">
                          <a:solidFill>
                            <a:srgbClr val="1F2430"/>
                          </a:solidFill>
                          <a:latin typeface="Calibri" pitchFamily="34" charset="0"/>
                          <a:ea typeface="Calibri" pitchFamily="34" charset="-122"/>
                          <a:cs typeface="Calibri" pitchFamily="34" charset="-120"/>
                        </a:rPr>
                        <a:t>Author &amp; Year</a:t>
                      </a:r>
                      <a:endParaRPr lang="en-US" sz="1800" dirty="0">
                        <a:latin typeface="Calibri" charset="0"/>
                        <a:ea typeface="Calibri" charset="0"/>
                        <a:cs typeface="Calibri" charset="0"/>
                      </a:endParaRP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800" b="1" dirty="0">
                          <a:solidFill>
                            <a:srgbClr val="1F2430"/>
                          </a:solidFill>
                          <a:latin typeface="Calibri" pitchFamily="34" charset="0"/>
                          <a:ea typeface="Calibri" pitchFamily="34" charset="-122"/>
                          <a:cs typeface="Calibri" pitchFamily="34" charset="-120"/>
                        </a:rPr>
                        <a:t>Title / Technique Used</a:t>
                      </a:r>
                      <a:endParaRPr lang="en-US" sz="1800" dirty="0">
                        <a:latin typeface="Calibri" charset="0"/>
                        <a:ea typeface="Calibri" charset="0"/>
                        <a:cs typeface="Calibri" charset="0"/>
                      </a:endParaRP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800" b="1" dirty="0">
                          <a:solidFill>
                            <a:srgbClr val="1F2430"/>
                          </a:solidFill>
                          <a:latin typeface="Calibri" pitchFamily="34" charset="0"/>
                          <a:ea typeface="Calibri" pitchFamily="34" charset="-122"/>
                          <a:cs typeface="Calibri" pitchFamily="34" charset="-120"/>
                        </a:rPr>
                        <a:t>Dataset / Tools</a:t>
                      </a:r>
                      <a:endParaRPr lang="en-US" sz="1800" dirty="0">
                        <a:latin typeface="Calibri" charset="0"/>
                        <a:ea typeface="Calibri" charset="0"/>
                        <a:cs typeface="Calibri" charset="0"/>
                      </a:endParaRP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800" b="1" dirty="0">
                          <a:solidFill>
                            <a:srgbClr val="1F2430"/>
                          </a:solidFill>
                          <a:latin typeface="Calibri" pitchFamily="34" charset="0"/>
                          <a:ea typeface="Calibri" pitchFamily="34" charset="-122"/>
                          <a:cs typeface="Calibri" pitchFamily="34" charset="-120"/>
                        </a:rPr>
                        <a:t>Key Findings</a:t>
                      </a:r>
                      <a:endParaRPr lang="en-US" sz="1800" dirty="0">
                        <a:latin typeface="Calibri" charset="0"/>
                        <a:ea typeface="Calibri" charset="0"/>
                        <a:cs typeface="Calibri" charset="0"/>
                      </a:endParaRP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800" b="1" dirty="0">
                          <a:solidFill>
                            <a:srgbClr val="1F2430"/>
                          </a:solidFill>
                          <a:latin typeface="Calibri" pitchFamily="34" charset="0"/>
                          <a:ea typeface="Calibri" pitchFamily="34" charset="-122"/>
                          <a:cs typeface="Calibri" pitchFamily="34" charset="-120"/>
                        </a:rPr>
                        <a:t>Limitation / Gap</a:t>
                      </a:r>
                      <a:endParaRPr lang="en-US" sz="1800" dirty="0">
                        <a:latin typeface="Calibri" charset="0"/>
                        <a:ea typeface="Calibri" charset="0"/>
                        <a:cs typeface="Calibri" charset="0"/>
                      </a:endParaRP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1663816">
                <a:tc>
                  <a:txBody>
                    <a:bodyPr/>
                    <a:lstStyle/>
                    <a:p>
                      <a:pPr marL="0" indent="0">
                        <a:buNone/>
                      </a:pPr>
                      <a:r>
                        <a:rPr lang="en-US" sz="1800" dirty="0">
                          <a:solidFill>
                            <a:srgbClr val="1F2430"/>
                          </a:solidFill>
                          <a:latin typeface="Calibri" pitchFamily="34" charset="0"/>
                          <a:ea typeface="Calibri" pitchFamily="34" charset="-122"/>
                          <a:cs typeface="Calibri" pitchFamily="34" charset="-120"/>
                        </a:rPr>
                        <a:t>3</a:t>
                      </a:r>
                      <a:endParaRPr lang="en-US" sz="1800" dirty="0">
                        <a:latin typeface="Calibri" charset="0"/>
                        <a:ea typeface="Calibri" charset="0"/>
                        <a:cs typeface="Calibri" charset="0"/>
                      </a:endParaRP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IN" dirty="0"/>
                        <a:t>Fiore et al. (2019)</a:t>
                      </a:r>
                      <a:endParaRPr lang="en-US" sz="1800" dirty="0">
                        <a:latin typeface="Calibri" charset="0"/>
                        <a:ea typeface="Calibri" charset="0"/>
                        <a:cs typeface="Calibri" charset="0"/>
                      </a:endParaRP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IN" dirty="0"/>
                        <a:t>GAN-based Fraud Detection</a:t>
                      </a:r>
                      <a:endParaRPr lang="en-US" sz="1800" dirty="0">
                        <a:latin typeface="Calibri" charset="0"/>
                        <a:ea typeface="Calibri" charset="0"/>
                        <a:cs typeface="Calibri" charset="0"/>
                      </a:endParaRP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IN" dirty="0"/>
                        <a:t>Credit card transaction dataset; GAN + classifier</a:t>
                      </a:r>
                      <a:endParaRPr lang="en-US" sz="1800" dirty="0">
                        <a:latin typeface="Calibri" charset="0"/>
                        <a:ea typeface="Calibri" charset="0"/>
                        <a:cs typeface="Calibri" charset="0"/>
                      </a:endParaRP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IN" dirty="0"/>
                        <a:t>Generated minority-class samples improved fraud detection, especially sensitivity.</a:t>
                      </a:r>
                      <a:endParaRPr lang="en-US" sz="1800" dirty="0">
                        <a:latin typeface="Calibri" charset="0"/>
                        <a:ea typeface="Calibri" charset="0"/>
                        <a:cs typeface="Calibri" charset="0"/>
                      </a:endParaRP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IN" dirty="0"/>
                        <a:t>GAN-based methods are more complex and computationally demanding</a:t>
                      </a:r>
                      <a:endParaRPr lang="en-US" sz="1800" dirty="0">
                        <a:latin typeface="Calibri" charset="0"/>
                        <a:ea typeface="Calibri" charset="0"/>
                        <a:cs typeface="Calibri" charset="0"/>
                      </a:endParaRP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1663816">
                <a:tc>
                  <a:txBody>
                    <a:bodyPr/>
                    <a:lstStyle/>
                    <a:p>
                      <a:pPr marL="0" indent="0">
                        <a:buNone/>
                      </a:pPr>
                      <a:r>
                        <a:rPr lang="en-US" sz="1800">
                          <a:solidFill>
                            <a:srgbClr val="1F2430"/>
                          </a:solidFill>
                          <a:latin typeface="Calibri" pitchFamily="34" charset="0"/>
                          <a:ea typeface="Calibri" pitchFamily="34" charset="-122"/>
                          <a:cs typeface="Calibri" pitchFamily="34" charset="-120"/>
                        </a:rPr>
                        <a:t>4</a:t>
                      </a:r>
                      <a:endParaRPr lang="en-US" sz="1800" dirty="0">
                        <a:latin typeface="Calibri" charset="0"/>
                        <a:ea typeface="Calibri" charset="0"/>
                        <a:cs typeface="Calibri" charset="0"/>
                      </a:endParaRP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800" dirty="0">
                          <a:solidFill>
                            <a:srgbClr val="1F2430"/>
                          </a:solidFill>
                          <a:latin typeface="Calibri" pitchFamily="34" charset="0"/>
                          <a:ea typeface="Calibri" pitchFamily="34" charset="-122"/>
                          <a:cs typeface="Calibri" pitchFamily="34" charset="-120"/>
                        </a:rPr>
                        <a:t> </a:t>
                      </a:r>
                      <a:r>
                        <a:rPr lang="en-IN" sz="1800" kern="1200" dirty="0">
                          <a:solidFill>
                            <a:schemeClr val="tx1"/>
                          </a:solidFill>
                          <a:effectLst/>
                          <a:latin typeface="+mn-lt"/>
                          <a:ea typeface="+mn-ea"/>
                          <a:cs typeface="+mn-cs"/>
                        </a:rPr>
                        <a:t>Raghavan &amp; El Bialy (2020)</a:t>
                      </a:r>
                      <a:endParaRPr lang="en-US" sz="1800" dirty="0">
                        <a:latin typeface="Calibri" charset="0"/>
                        <a:ea typeface="Calibri" charset="0"/>
                        <a:cs typeface="Calibri" charset="0"/>
                      </a:endParaRP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IN" dirty="0"/>
                        <a:t>Deep Learning Methods for Credit Card Fraud Detection</a:t>
                      </a:r>
                      <a:endParaRPr lang="en-US" sz="1800" dirty="0">
                        <a:latin typeface="Calibri" charset="0"/>
                        <a:ea typeface="Calibri" charset="0"/>
                        <a:cs typeface="Calibri" charset="0"/>
                      </a:endParaRP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IN" dirty="0"/>
                        <a:t>3 financial datasets; ML &amp; Deep Learning</a:t>
                      </a:r>
                      <a:endParaRPr lang="en-US" sz="1800" dirty="0">
                        <a:latin typeface="Calibri" charset="0"/>
                        <a:ea typeface="Calibri" charset="0"/>
                        <a:cs typeface="Calibri" charset="0"/>
                      </a:endParaRP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IN" dirty="0"/>
                        <a:t>Deep learning methods showed strong performance compared with traditional ML methods.</a:t>
                      </a:r>
                      <a:endParaRPr lang="en-US" sz="1800" dirty="0">
                        <a:latin typeface="Calibri" charset="0"/>
                        <a:ea typeface="Calibri" charset="0"/>
                        <a:cs typeface="Calibri" charset="0"/>
                      </a:endParaRP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IN" dirty="0"/>
                        <a:t>Deep learning can require more computational resources and complex tuning..</a:t>
                      </a:r>
                      <a:endParaRPr lang="en-US" sz="1800" dirty="0">
                        <a:latin typeface="Calibri" charset="0"/>
                        <a:ea typeface="Calibri" charset="0"/>
                        <a:cs typeface="Calibri" charset="0"/>
                      </a:endParaRP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extLst>
                  <a:ext uri="{0D108BD9-81ED-4DB2-BD59-A6C34878D82A}">
                    <a16:rowId xmlns:a16="http://schemas.microsoft.com/office/drawing/2014/main" val="399757186"/>
                  </a:ext>
                </a:extLst>
              </a:tr>
            </a:tbl>
          </a:graphicData>
        </a:graphic>
      </p:graphicFrame>
      <p:sp>
        <p:nvSpPr>
          <p:cNvPr id="5" name="Text 3">
            <a:extLst>
              <a:ext uri="{FF2B5EF4-FFF2-40B4-BE49-F238E27FC236}">
                <a16:creationId xmlns:a16="http://schemas.microsoft.com/office/drawing/2014/main" id="{B04B5C69-3F33-1FD7-2C12-4CA3E23556D6}"/>
              </a:ext>
            </a:extLst>
          </p:cNvPr>
          <p:cNvSpPr txBox="1"/>
          <p:nvPr/>
        </p:nvSpPr>
        <p:spPr>
          <a:xfrm>
            <a:off x="563880" y="5764452"/>
            <a:ext cx="11064240" cy="320040"/>
          </a:xfrm>
          <a:prstGeom prst="rect">
            <a:avLst/>
          </a:prstGeom>
          <a:noFill/>
          <a:ln/>
        </p:spPr>
        <p:txBody>
          <a:bodyPr wrap="square" lIns="0" tIns="0" rIns="0" bIns="0" rtlCol="0" anchor="ctr"/>
          <a:lstStyle/>
          <a:p>
            <a:endParaRPr lang="en-US" i="1" dirty="0">
              <a:solidFill>
                <a:srgbClr val="FF0000"/>
              </a:solidFill>
            </a:endParaRPr>
          </a:p>
        </p:txBody>
      </p:sp>
      <p:sp>
        <p:nvSpPr>
          <p:cNvPr id="7" name="Text 4">
            <a:extLst>
              <a:ext uri="{FF2B5EF4-FFF2-40B4-BE49-F238E27FC236}">
                <a16:creationId xmlns:a16="http://schemas.microsoft.com/office/drawing/2014/main" id="{96AA8556-E108-E109-8B64-7056A3C1F06A}"/>
              </a:ext>
            </a:extLst>
          </p:cNvPr>
          <p:cNvSpPr txBox="1"/>
          <p:nvPr/>
        </p:nvSpPr>
        <p:spPr>
          <a:xfrm>
            <a:off x="548640" y="6355080"/>
            <a:ext cx="6400800" cy="274320"/>
          </a:xfrm>
          <a:prstGeom prst="rect">
            <a:avLst/>
          </a:prstGeom>
          <a:noFill/>
          <a:ln/>
        </p:spPr>
        <p:txBody>
          <a:bodyPr wrap="square" lIns="0" tIns="0" rIns="0" bIns="0" rtlCol="0" anchor="ctr"/>
          <a:lstStyle/>
          <a:p>
            <a:pPr marL="0" indent="0">
              <a:buNone/>
            </a:pPr>
            <a:r>
              <a:rPr lang="en-US" dirty="0">
                <a:solidFill>
                  <a:srgbClr val="6B7280"/>
                </a:solidFill>
                <a:latin typeface="Calibri" pitchFamily="34" charset="0"/>
                <a:ea typeface="Calibri" pitchFamily="34" charset="-122"/>
                <a:cs typeface="Calibri" pitchFamily="34" charset="-120"/>
              </a:rPr>
              <a:t>Dept. of CSE  |  KL University, Bachupally Campus</a:t>
            </a:r>
            <a:endParaRPr lang="en-US" dirty="0"/>
          </a:p>
        </p:txBody>
      </p:sp>
      <p:sp>
        <p:nvSpPr>
          <p:cNvPr id="8" name="Text 5">
            <a:extLst>
              <a:ext uri="{FF2B5EF4-FFF2-40B4-BE49-F238E27FC236}">
                <a16:creationId xmlns:a16="http://schemas.microsoft.com/office/drawing/2014/main" id="{A3910360-AE16-2C87-6F34-88C3E1723D25}"/>
              </a:ext>
            </a:extLst>
          </p:cNvPr>
          <p:cNvSpPr txBox="1"/>
          <p:nvPr/>
        </p:nvSpPr>
        <p:spPr>
          <a:xfrm>
            <a:off x="11064240" y="6355080"/>
            <a:ext cx="548640" cy="274320"/>
          </a:xfrm>
          <a:prstGeom prst="rect">
            <a:avLst/>
          </a:prstGeom>
          <a:noFill/>
          <a:ln/>
        </p:spPr>
        <p:txBody>
          <a:bodyPr wrap="square" lIns="0" tIns="0" rIns="0" bIns="0" rtlCol="0" anchor="ctr"/>
          <a:lstStyle/>
          <a:p>
            <a:pPr marL="0" indent="0" algn="r">
              <a:buNone/>
            </a:pPr>
            <a:r>
              <a:rPr lang="en-US" dirty="0">
                <a:solidFill>
                  <a:srgbClr val="6B7280"/>
                </a:solidFill>
                <a:latin typeface="Calibri" pitchFamily="34" charset="0"/>
                <a:ea typeface="Calibri" pitchFamily="34" charset="-122"/>
                <a:cs typeface="Calibri" pitchFamily="34" charset="-120"/>
              </a:rPr>
              <a:t>5</a:t>
            </a:r>
            <a:endParaRPr lang="en-US" dirty="0"/>
          </a:p>
        </p:txBody>
      </p:sp>
    </p:spTree>
    <p:extLst>
      <p:ext uri="{BB962C8B-B14F-4D97-AF65-F5344CB8AC3E}">
        <p14:creationId xmlns:p14="http://schemas.microsoft.com/office/powerpoint/2010/main" val="36836462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9C51B0-067F-630C-E769-5C7CF02DD34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00DD1F5-0480-90A2-E3B6-E56A484AE06D}"/>
              </a:ext>
            </a:extLst>
          </p:cNvPr>
          <p:cNvSpPr txBox="1"/>
          <p:nvPr/>
        </p:nvSpPr>
        <p:spPr>
          <a:xfrm>
            <a:off x="548640" y="347472"/>
            <a:ext cx="10515600" cy="256032"/>
          </a:xfrm>
          <a:prstGeom prst="rect">
            <a:avLst/>
          </a:prstGeom>
          <a:noFill/>
          <a:ln/>
        </p:spPr>
        <p:txBody>
          <a:bodyPr wrap="square" lIns="0" tIns="0" rIns="0" bIns="0" rtlCol="0" anchor="ctr"/>
          <a:lstStyle/>
          <a:p>
            <a:pPr marL="0" indent="0">
              <a:buNone/>
            </a:pPr>
            <a:r>
              <a:rPr lang="en-US" b="1" kern="0" spc="200" dirty="0">
                <a:solidFill>
                  <a:srgbClr val="C8A02C"/>
                </a:solidFill>
                <a:latin typeface="Calibri" pitchFamily="34" charset="0"/>
                <a:ea typeface="Calibri" pitchFamily="34" charset="-122"/>
                <a:cs typeface="Calibri" pitchFamily="34" charset="-120"/>
              </a:rPr>
              <a:t>SECTION 3</a:t>
            </a:r>
            <a:endParaRPr lang="en-US" dirty="0"/>
          </a:p>
        </p:txBody>
      </p:sp>
      <p:sp>
        <p:nvSpPr>
          <p:cNvPr id="3" name="Text 1">
            <a:extLst>
              <a:ext uri="{FF2B5EF4-FFF2-40B4-BE49-F238E27FC236}">
                <a16:creationId xmlns:a16="http://schemas.microsoft.com/office/drawing/2014/main" id="{3664A976-475F-85AC-1E04-3AB3F01D666C}"/>
              </a:ext>
            </a:extLst>
          </p:cNvPr>
          <p:cNvSpPr txBox="1"/>
          <p:nvPr/>
        </p:nvSpPr>
        <p:spPr>
          <a:xfrm>
            <a:off x="548640" y="603504"/>
            <a:ext cx="11064240" cy="566928"/>
          </a:xfrm>
          <a:prstGeom prst="rect">
            <a:avLst/>
          </a:prstGeom>
          <a:noFill/>
          <a:ln/>
        </p:spPr>
        <p:txBody>
          <a:bodyPr wrap="square" lIns="0" tIns="0" rIns="0" bIns="0" rtlCol="0" anchor="ctr"/>
          <a:lstStyle/>
          <a:p>
            <a:pPr marL="0" indent="0">
              <a:buNone/>
            </a:pPr>
            <a:endParaRPr lang="en-US" dirty="0"/>
          </a:p>
        </p:txBody>
      </p:sp>
      <p:sp>
        <p:nvSpPr>
          <p:cNvPr id="4" name="Text 2">
            <a:extLst>
              <a:ext uri="{FF2B5EF4-FFF2-40B4-BE49-F238E27FC236}">
                <a16:creationId xmlns:a16="http://schemas.microsoft.com/office/drawing/2014/main" id="{D7459CBD-0444-9E71-C28F-32B19157F465}"/>
              </a:ext>
            </a:extLst>
          </p:cNvPr>
          <p:cNvSpPr txBox="1"/>
          <p:nvPr/>
        </p:nvSpPr>
        <p:spPr>
          <a:xfrm>
            <a:off x="548640" y="1188720"/>
            <a:ext cx="11064240" cy="274320"/>
          </a:xfrm>
          <a:prstGeom prst="rect">
            <a:avLst/>
          </a:prstGeom>
          <a:noFill/>
          <a:ln/>
        </p:spPr>
        <p:txBody>
          <a:bodyPr wrap="square" lIns="0" tIns="0" rIns="0" bIns="0" rtlCol="0" anchor="ctr"/>
          <a:lstStyle/>
          <a:p>
            <a:pPr marL="0" indent="0">
              <a:buNone/>
            </a:pPr>
            <a:endParaRPr lang="en-US" dirty="0"/>
          </a:p>
        </p:txBody>
      </p:sp>
      <p:graphicFrame>
        <p:nvGraphicFramePr>
          <p:cNvPr id="6" name="Table 0">
            <a:extLst>
              <a:ext uri="{FF2B5EF4-FFF2-40B4-BE49-F238E27FC236}">
                <a16:creationId xmlns:a16="http://schemas.microsoft.com/office/drawing/2014/main" id="{A3F58FE2-787C-C936-4FDB-9A230BDC69F3}"/>
              </a:ext>
            </a:extLst>
          </p:cNvPr>
          <p:cNvGraphicFramePr>
            <a:graphicFrameLocks noGrp="1"/>
          </p:cNvGraphicFramePr>
          <p:nvPr>
            <p:extLst>
              <p:ext uri="{D42A27DB-BD31-4B8C-83A1-F6EECF244321}">
                <p14:modId xmlns:p14="http://schemas.microsoft.com/office/powerpoint/2010/main" val="3714121636"/>
              </p:ext>
            </p:extLst>
          </p:nvPr>
        </p:nvGraphicFramePr>
        <p:xfrm>
          <a:off x="382558" y="1304887"/>
          <a:ext cx="10584856" cy="2225040"/>
        </p:xfrm>
        <a:graphic>
          <a:graphicData uri="http://schemas.openxmlformats.org/drawingml/2006/table">
            <a:tbl>
              <a:tblPr/>
              <a:tblGrid>
                <a:gridCol w="468313">
                  <a:extLst>
                    <a:ext uri="{9D8B030D-6E8A-4147-A177-3AD203B41FA5}">
                      <a16:colId xmlns:a16="http://schemas.microsoft.com/office/drawing/2014/main" val="20000"/>
                    </a:ext>
                  </a:extLst>
                </a:gridCol>
                <a:gridCol w="1495489">
                  <a:extLst>
                    <a:ext uri="{9D8B030D-6E8A-4147-A177-3AD203B41FA5}">
                      <a16:colId xmlns:a16="http://schemas.microsoft.com/office/drawing/2014/main" val="20001"/>
                    </a:ext>
                  </a:extLst>
                </a:gridCol>
                <a:gridCol w="2639097">
                  <a:extLst>
                    <a:ext uri="{9D8B030D-6E8A-4147-A177-3AD203B41FA5}">
                      <a16:colId xmlns:a16="http://schemas.microsoft.com/office/drawing/2014/main" val="20002"/>
                    </a:ext>
                  </a:extLst>
                </a:gridCol>
                <a:gridCol w="1671429">
                  <a:extLst>
                    <a:ext uri="{9D8B030D-6E8A-4147-A177-3AD203B41FA5}">
                      <a16:colId xmlns:a16="http://schemas.microsoft.com/office/drawing/2014/main" val="20003"/>
                    </a:ext>
                  </a:extLst>
                </a:gridCol>
                <a:gridCol w="2199249">
                  <a:extLst>
                    <a:ext uri="{9D8B030D-6E8A-4147-A177-3AD203B41FA5}">
                      <a16:colId xmlns:a16="http://schemas.microsoft.com/office/drawing/2014/main" val="20004"/>
                    </a:ext>
                  </a:extLst>
                </a:gridCol>
                <a:gridCol w="2111279">
                  <a:extLst>
                    <a:ext uri="{9D8B030D-6E8A-4147-A177-3AD203B41FA5}">
                      <a16:colId xmlns:a16="http://schemas.microsoft.com/office/drawing/2014/main" val="20005"/>
                    </a:ext>
                  </a:extLst>
                </a:gridCol>
              </a:tblGrid>
              <a:tr h="423410">
                <a:tc>
                  <a:txBody>
                    <a:bodyPr/>
                    <a:lstStyle/>
                    <a:p>
                      <a:pPr marL="0" indent="0">
                        <a:buNone/>
                      </a:pPr>
                      <a:r>
                        <a:rPr lang="en-US" sz="1800" b="1" dirty="0">
                          <a:solidFill>
                            <a:srgbClr val="1F2430"/>
                          </a:solidFill>
                          <a:latin typeface="Calibri" pitchFamily="34" charset="0"/>
                          <a:ea typeface="Calibri" pitchFamily="34" charset="-122"/>
                          <a:cs typeface="Calibri" pitchFamily="34" charset="-120"/>
                        </a:rPr>
                        <a:t>S.No</a:t>
                      </a:r>
                      <a:endParaRPr lang="en-US" sz="1800" dirty="0">
                        <a:latin typeface="Calibri" charset="0"/>
                        <a:ea typeface="Calibri" charset="0"/>
                        <a:cs typeface="Calibri" charset="0"/>
                      </a:endParaRP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800" b="1" dirty="0">
                          <a:solidFill>
                            <a:srgbClr val="1F2430"/>
                          </a:solidFill>
                          <a:latin typeface="Calibri" pitchFamily="34" charset="0"/>
                          <a:ea typeface="Calibri" pitchFamily="34" charset="-122"/>
                          <a:cs typeface="Calibri" pitchFamily="34" charset="-120"/>
                        </a:rPr>
                        <a:t>Author &amp; Year</a:t>
                      </a:r>
                      <a:endParaRPr lang="en-US" sz="1800" dirty="0">
                        <a:latin typeface="Calibri" charset="0"/>
                        <a:ea typeface="Calibri" charset="0"/>
                        <a:cs typeface="Calibri" charset="0"/>
                      </a:endParaRP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800" b="1" dirty="0">
                          <a:solidFill>
                            <a:srgbClr val="1F2430"/>
                          </a:solidFill>
                          <a:latin typeface="Calibri" pitchFamily="34" charset="0"/>
                          <a:ea typeface="Calibri" pitchFamily="34" charset="-122"/>
                          <a:cs typeface="Calibri" pitchFamily="34" charset="-120"/>
                        </a:rPr>
                        <a:t>Title / Technique Used</a:t>
                      </a:r>
                      <a:endParaRPr lang="en-US" sz="1800" dirty="0">
                        <a:latin typeface="Calibri" charset="0"/>
                        <a:ea typeface="Calibri" charset="0"/>
                        <a:cs typeface="Calibri" charset="0"/>
                      </a:endParaRP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800" b="1" dirty="0">
                          <a:solidFill>
                            <a:srgbClr val="1F2430"/>
                          </a:solidFill>
                          <a:latin typeface="Calibri" pitchFamily="34" charset="0"/>
                          <a:ea typeface="Calibri" pitchFamily="34" charset="-122"/>
                          <a:cs typeface="Calibri" pitchFamily="34" charset="-120"/>
                        </a:rPr>
                        <a:t>Dataset / Tools</a:t>
                      </a:r>
                      <a:endParaRPr lang="en-US" sz="1800" dirty="0">
                        <a:latin typeface="Calibri" charset="0"/>
                        <a:ea typeface="Calibri" charset="0"/>
                        <a:cs typeface="Calibri" charset="0"/>
                      </a:endParaRP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800" b="1" dirty="0">
                          <a:solidFill>
                            <a:srgbClr val="1F2430"/>
                          </a:solidFill>
                          <a:latin typeface="Calibri" pitchFamily="34" charset="0"/>
                          <a:ea typeface="Calibri" pitchFamily="34" charset="-122"/>
                          <a:cs typeface="Calibri" pitchFamily="34" charset="-120"/>
                        </a:rPr>
                        <a:t>Key Findings</a:t>
                      </a:r>
                      <a:endParaRPr lang="en-US" sz="1800" dirty="0">
                        <a:latin typeface="Calibri" charset="0"/>
                        <a:ea typeface="Calibri" charset="0"/>
                        <a:cs typeface="Calibri" charset="0"/>
                      </a:endParaRP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800" b="1" dirty="0">
                          <a:solidFill>
                            <a:srgbClr val="1F2430"/>
                          </a:solidFill>
                          <a:latin typeface="Calibri" pitchFamily="34" charset="0"/>
                          <a:ea typeface="Calibri" pitchFamily="34" charset="-122"/>
                          <a:cs typeface="Calibri" pitchFamily="34" charset="-120"/>
                        </a:rPr>
                        <a:t>Limitation / Gap</a:t>
                      </a:r>
                      <a:endParaRPr lang="en-US" sz="1800" dirty="0">
                        <a:latin typeface="Calibri" charset="0"/>
                        <a:ea typeface="Calibri" charset="0"/>
                        <a:cs typeface="Calibri" charset="0"/>
                      </a:endParaRP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677454">
                <a:tc>
                  <a:txBody>
                    <a:bodyPr/>
                    <a:lstStyle/>
                    <a:p>
                      <a:pPr marL="0" indent="0">
                        <a:buNone/>
                      </a:pPr>
                      <a:r>
                        <a:rPr lang="en-US" sz="1800" dirty="0">
                          <a:latin typeface="Calibri" charset="0"/>
                          <a:ea typeface="Calibri" charset="0"/>
                          <a:cs typeface="Calibri" charset="0"/>
                        </a:rPr>
                        <a:t>5</a:t>
                      </a: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IN" dirty="0"/>
                        <a:t>Van </a:t>
                      </a:r>
                      <a:r>
                        <a:rPr lang="en-IN" dirty="0" err="1"/>
                        <a:t>Houdt</a:t>
                      </a:r>
                      <a:r>
                        <a:rPr lang="en-IN" dirty="0"/>
                        <a:t> et al. (2020)</a:t>
                      </a:r>
                      <a:endParaRPr lang="en-US" sz="1800" dirty="0">
                        <a:latin typeface="Calibri" charset="0"/>
                        <a:ea typeface="Calibri" charset="0"/>
                        <a:cs typeface="Calibri" charset="0"/>
                      </a:endParaRP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IN" dirty="0"/>
                        <a:t>Autoencoder-based Fraud Detection</a:t>
                      </a:r>
                      <a:endParaRPr lang="en-US" sz="1800" dirty="0">
                        <a:latin typeface="Calibri" charset="0"/>
                        <a:ea typeface="Calibri" charset="0"/>
                        <a:cs typeface="Calibri" charset="0"/>
                      </a:endParaRP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IN" dirty="0"/>
                        <a:t>Benchmark credit card dataset</a:t>
                      </a:r>
                      <a:endParaRPr lang="en-US" sz="1800" dirty="0">
                        <a:latin typeface="Calibri" charset="0"/>
                        <a:ea typeface="Calibri" charset="0"/>
                        <a:cs typeface="Calibri" charset="0"/>
                      </a:endParaRP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IN" dirty="0" err="1"/>
                        <a:t>utoencoder</a:t>
                      </a:r>
                      <a:r>
                        <a:rPr lang="en-IN" dirty="0"/>
                        <a:t> reduced transaction features and improved fraud classification performance.</a:t>
                      </a:r>
                      <a:endParaRPr lang="en-US" sz="1800" dirty="0">
                        <a:latin typeface="Calibri" charset="0"/>
                        <a:ea typeface="Calibri" charset="0"/>
                        <a:cs typeface="Calibri" charset="0"/>
                      </a:endParaRP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IN" dirty="0"/>
                        <a:t>The approach is more complex than basic ML models.</a:t>
                      </a:r>
                      <a:endParaRPr lang="en-US" sz="1800" dirty="0">
                        <a:latin typeface="Calibri" charset="0"/>
                        <a:ea typeface="Calibri" charset="0"/>
                        <a:cs typeface="Calibri" charset="0"/>
                      </a:endParaRP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extLst>
                  <a:ext uri="{0D108BD9-81ED-4DB2-BD59-A6C34878D82A}">
                    <a16:rowId xmlns:a16="http://schemas.microsoft.com/office/drawing/2014/main" val="2421622308"/>
                  </a:ext>
                </a:extLst>
              </a:tr>
            </a:tbl>
          </a:graphicData>
        </a:graphic>
      </p:graphicFrame>
      <p:sp>
        <p:nvSpPr>
          <p:cNvPr id="7" name="Text 4">
            <a:extLst>
              <a:ext uri="{FF2B5EF4-FFF2-40B4-BE49-F238E27FC236}">
                <a16:creationId xmlns:a16="http://schemas.microsoft.com/office/drawing/2014/main" id="{67E0E1B2-A7D9-8FB9-342A-748AD2B9C896}"/>
              </a:ext>
            </a:extLst>
          </p:cNvPr>
          <p:cNvSpPr txBox="1"/>
          <p:nvPr/>
        </p:nvSpPr>
        <p:spPr>
          <a:xfrm>
            <a:off x="548640" y="6355080"/>
            <a:ext cx="6400800" cy="274320"/>
          </a:xfrm>
          <a:prstGeom prst="rect">
            <a:avLst/>
          </a:prstGeom>
          <a:noFill/>
          <a:ln/>
        </p:spPr>
        <p:txBody>
          <a:bodyPr wrap="square" lIns="0" tIns="0" rIns="0" bIns="0" rtlCol="0" anchor="ctr"/>
          <a:lstStyle/>
          <a:p>
            <a:pPr marL="0" indent="0">
              <a:buNone/>
            </a:pPr>
            <a:r>
              <a:rPr lang="en-US" dirty="0">
                <a:solidFill>
                  <a:srgbClr val="6B7280"/>
                </a:solidFill>
                <a:latin typeface="Calibri" pitchFamily="34" charset="0"/>
                <a:ea typeface="Calibri" pitchFamily="34" charset="-122"/>
                <a:cs typeface="Calibri" pitchFamily="34" charset="-120"/>
              </a:rPr>
              <a:t>Dept. of CSE  |  KL University, Bachupally Campus</a:t>
            </a:r>
            <a:endParaRPr lang="en-US" dirty="0"/>
          </a:p>
        </p:txBody>
      </p:sp>
      <p:sp>
        <p:nvSpPr>
          <p:cNvPr id="8" name="Text 5">
            <a:extLst>
              <a:ext uri="{FF2B5EF4-FFF2-40B4-BE49-F238E27FC236}">
                <a16:creationId xmlns:a16="http://schemas.microsoft.com/office/drawing/2014/main" id="{BA382481-895F-4629-A343-FB77CAF08A1F}"/>
              </a:ext>
            </a:extLst>
          </p:cNvPr>
          <p:cNvSpPr txBox="1"/>
          <p:nvPr/>
        </p:nvSpPr>
        <p:spPr>
          <a:xfrm>
            <a:off x="11064240" y="6355080"/>
            <a:ext cx="548640" cy="274320"/>
          </a:xfrm>
          <a:prstGeom prst="rect">
            <a:avLst/>
          </a:prstGeom>
          <a:noFill/>
          <a:ln/>
        </p:spPr>
        <p:txBody>
          <a:bodyPr wrap="square" lIns="0" tIns="0" rIns="0" bIns="0" rtlCol="0" anchor="ctr"/>
          <a:lstStyle/>
          <a:p>
            <a:pPr marL="0" indent="0" algn="r">
              <a:buNone/>
            </a:pPr>
            <a:r>
              <a:rPr lang="en-US" dirty="0">
                <a:solidFill>
                  <a:srgbClr val="6B7280"/>
                </a:solidFill>
                <a:latin typeface="Calibri" pitchFamily="34" charset="0"/>
                <a:ea typeface="Calibri" pitchFamily="34" charset="-122"/>
                <a:cs typeface="Calibri" pitchFamily="34" charset="-120"/>
              </a:rPr>
              <a:t>5</a:t>
            </a:r>
            <a:endParaRPr lang="en-US" dirty="0"/>
          </a:p>
        </p:txBody>
      </p:sp>
    </p:spTree>
    <p:extLst>
      <p:ext uri="{BB962C8B-B14F-4D97-AF65-F5344CB8AC3E}">
        <p14:creationId xmlns:p14="http://schemas.microsoft.com/office/powerpoint/2010/main" val="14697949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47472"/>
            <a:ext cx="10515600" cy="256032"/>
          </a:xfrm>
          <a:prstGeom prst="rect">
            <a:avLst/>
          </a:prstGeom>
          <a:noFill/>
          <a:ln/>
        </p:spPr>
        <p:txBody>
          <a:bodyPr wrap="square" lIns="0" tIns="0" rIns="0" bIns="0" rtlCol="0" anchor="ctr"/>
          <a:lstStyle/>
          <a:p>
            <a:pPr marL="0" indent="0">
              <a:buNone/>
            </a:pPr>
            <a:r>
              <a:rPr lang="en-US" b="1" kern="0" spc="200" dirty="0">
                <a:solidFill>
                  <a:srgbClr val="C8A02C"/>
                </a:solidFill>
                <a:latin typeface="Calibri" pitchFamily="34" charset="0"/>
                <a:ea typeface="Calibri" pitchFamily="34" charset="-122"/>
                <a:cs typeface="Calibri" pitchFamily="34" charset="-120"/>
              </a:rPr>
              <a:t>SECTION 4</a:t>
            </a:r>
            <a:endParaRPr lang="en-US"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marL="0" indent="0">
              <a:buNone/>
            </a:pPr>
            <a:r>
              <a:rPr lang="en-US" b="1" dirty="0">
                <a:solidFill>
                  <a:srgbClr val="1B2A55"/>
                </a:solidFill>
                <a:latin typeface="Cambria" pitchFamily="34" charset="0"/>
                <a:ea typeface="Cambria" pitchFamily="34" charset="-122"/>
                <a:cs typeface="Cambria" pitchFamily="34" charset="-120"/>
              </a:rPr>
              <a:t>Research Gap Identified</a:t>
            </a:r>
            <a:endParaRPr lang="en-US" dirty="0"/>
          </a:p>
        </p:txBody>
      </p:sp>
      <p:sp>
        <p:nvSpPr>
          <p:cNvPr id="4" name="Shape 2"/>
          <p:cNvSpPr/>
          <p:nvPr/>
        </p:nvSpPr>
        <p:spPr>
          <a:xfrm>
            <a:off x="502920" y="1575816"/>
            <a:ext cx="6842760" cy="1213104"/>
          </a:xfrm>
          <a:prstGeom prst="roundRect">
            <a:avLst>
              <a:gd name="adj" fmla="val 3133"/>
            </a:avLst>
          </a:prstGeom>
          <a:solidFill>
            <a:srgbClr val="F1F4F9"/>
          </a:solidFill>
          <a:ln w="12700">
            <a:solidFill>
              <a:srgbClr val="DDE3EC"/>
            </a:solidFill>
            <a:prstDash val="solid"/>
          </a:ln>
        </p:spPr>
        <p:txBody>
          <a:bodyPr/>
          <a:lstStyle/>
          <a:p>
            <a:endParaRPr lang="en-IN"/>
          </a:p>
        </p:txBody>
      </p:sp>
      <p:sp>
        <p:nvSpPr>
          <p:cNvPr id="5" name="Text 3"/>
          <p:cNvSpPr txBox="1"/>
          <p:nvPr/>
        </p:nvSpPr>
        <p:spPr>
          <a:xfrm>
            <a:off x="777240" y="1732026"/>
            <a:ext cx="1828800" cy="237744"/>
          </a:xfrm>
          <a:prstGeom prst="rect">
            <a:avLst/>
          </a:prstGeom>
          <a:noFill/>
          <a:ln/>
        </p:spPr>
        <p:txBody>
          <a:bodyPr wrap="square" lIns="0" tIns="0" rIns="0" bIns="0" rtlCol="0" anchor="ctr"/>
          <a:lstStyle/>
          <a:p>
            <a:pPr marL="0" indent="0">
              <a:buNone/>
            </a:pPr>
            <a:r>
              <a:rPr lang="en-US" b="1" kern="0" spc="150" dirty="0">
                <a:solidFill>
                  <a:srgbClr val="C8A02C"/>
                </a:solidFill>
                <a:latin typeface="Calibri" pitchFamily="34" charset="0"/>
                <a:ea typeface="Calibri" pitchFamily="34" charset="-122"/>
                <a:cs typeface="Calibri" pitchFamily="34" charset="-120"/>
              </a:rPr>
              <a:t>GAP 1</a:t>
            </a:r>
            <a:endParaRPr lang="en-US" dirty="0"/>
          </a:p>
        </p:txBody>
      </p:sp>
      <p:sp>
        <p:nvSpPr>
          <p:cNvPr id="6" name="Text 4"/>
          <p:cNvSpPr txBox="1"/>
          <p:nvPr/>
        </p:nvSpPr>
        <p:spPr>
          <a:xfrm>
            <a:off x="777240" y="2084070"/>
            <a:ext cx="6263640" cy="610362"/>
          </a:xfrm>
          <a:prstGeom prst="rect">
            <a:avLst/>
          </a:prstGeom>
          <a:noFill/>
          <a:ln/>
        </p:spPr>
        <p:txBody>
          <a:bodyPr wrap="square" lIns="0" tIns="0" rIns="0" bIns="0" rtlCol="0" anchor="ctr"/>
          <a:lstStyle/>
          <a:p>
            <a:r>
              <a:rPr lang="en-IN" dirty="0"/>
              <a:t>Existing fraud detection methods may struggle with highly imbalanced transaction data, where fraudulent transactions are very few compared to legitimate ones.</a:t>
            </a:r>
            <a:endParaRPr lang="en-US" dirty="0"/>
          </a:p>
        </p:txBody>
      </p:sp>
      <p:sp>
        <p:nvSpPr>
          <p:cNvPr id="7" name="Shape 5"/>
          <p:cNvSpPr/>
          <p:nvPr/>
        </p:nvSpPr>
        <p:spPr>
          <a:xfrm>
            <a:off x="502920" y="3206496"/>
            <a:ext cx="6812280" cy="1042416"/>
          </a:xfrm>
          <a:prstGeom prst="roundRect">
            <a:avLst>
              <a:gd name="adj" fmla="val 7407"/>
            </a:avLst>
          </a:prstGeom>
          <a:solidFill>
            <a:srgbClr val="F1F4F9"/>
          </a:solidFill>
          <a:ln w="12700">
            <a:solidFill>
              <a:srgbClr val="DDE3EC"/>
            </a:solidFill>
            <a:prstDash val="solid"/>
          </a:ln>
        </p:spPr>
        <p:txBody>
          <a:bodyPr/>
          <a:lstStyle/>
          <a:p>
            <a:endParaRPr lang="en-IN"/>
          </a:p>
        </p:txBody>
      </p:sp>
      <p:sp>
        <p:nvSpPr>
          <p:cNvPr id="8" name="Text 6"/>
          <p:cNvSpPr txBox="1"/>
          <p:nvPr/>
        </p:nvSpPr>
        <p:spPr>
          <a:xfrm>
            <a:off x="777240" y="3266948"/>
            <a:ext cx="1828800" cy="237744"/>
          </a:xfrm>
          <a:prstGeom prst="rect">
            <a:avLst/>
          </a:prstGeom>
          <a:noFill/>
          <a:ln/>
        </p:spPr>
        <p:txBody>
          <a:bodyPr wrap="square" lIns="0" tIns="0" rIns="0" bIns="0" rtlCol="0" anchor="ctr"/>
          <a:lstStyle/>
          <a:p>
            <a:pPr marL="0" indent="0">
              <a:buNone/>
            </a:pPr>
            <a:r>
              <a:rPr lang="en-US" b="1" kern="0" spc="150" dirty="0">
                <a:solidFill>
                  <a:srgbClr val="C8A02C"/>
                </a:solidFill>
                <a:latin typeface="Calibri" pitchFamily="34" charset="0"/>
                <a:ea typeface="Calibri" pitchFamily="34" charset="-122"/>
                <a:cs typeface="Calibri" pitchFamily="34" charset="-120"/>
              </a:rPr>
              <a:t>GAP 2</a:t>
            </a:r>
            <a:endParaRPr lang="en-US" dirty="0"/>
          </a:p>
        </p:txBody>
      </p:sp>
      <p:sp>
        <p:nvSpPr>
          <p:cNvPr id="9" name="Text 7"/>
          <p:cNvSpPr txBox="1"/>
          <p:nvPr/>
        </p:nvSpPr>
        <p:spPr>
          <a:xfrm>
            <a:off x="777240" y="3617976"/>
            <a:ext cx="6172200" cy="502920"/>
          </a:xfrm>
          <a:prstGeom prst="rect">
            <a:avLst/>
          </a:prstGeom>
          <a:noFill/>
          <a:ln/>
        </p:spPr>
        <p:txBody>
          <a:bodyPr wrap="square" lIns="0" tIns="0" rIns="0" bIns="0" rtlCol="0" anchor="ctr"/>
          <a:lstStyle/>
          <a:p>
            <a:r>
              <a:rPr lang="en-IN" dirty="0"/>
              <a:t>Many existing methods focus mainly on detection accuracy and do not provide an easy-to-use interface for monitoring fraud.</a:t>
            </a:r>
            <a:endParaRPr lang="en-US" dirty="0"/>
          </a:p>
        </p:txBody>
      </p:sp>
      <p:sp>
        <p:nvSpPr>
          <p:cNvPr id="10" name="Shape 8"/>
          <p:cNvSpPr/>
          <p:nvPr/>
        </p:nvSpPr>
        <p:spPr>
          <a:xfrm>
            <a:off x="502920" y="4715256"/>
            <a:ext cx="6812280" cy="1127760"/>
          </a:xfrm>
          <a:prstGeom prst="roundRect">
            <a:avLst>
              <a:gd name="adj" fmla="val 7407"/>
            </a:avLst>
          </a:prstGeom>
          <a:solidFill>
            <a:srgbClr val="F1F4F9"/>
          </a:solidFill>
          <a:ln w="12700">
            <a:solidFill>
              <a:srgbClr val="DDE3EC"/>
            </a:solidFill>
            <a:prstDash val="solid"/>
          </a:ln>
        </p:spPr>
        <p:txBody>
          <a:bodyPr/>
          <a:lstStyle/>
          <a:p>
            <a:endParaRPr lang="en-IN"/>
          </a:p>
        </p:txBody>
      </p:sp>
      <p:sp>
        <p:nvSpPr>
          <p:cNvPr id="11" name="Text 9"/>
          <p:cNvSpPr txBox="1"/>
          <p:nvPr/>
        </p:nvSpPr>
        <p:spPr>
          <a:xfrm>
            <a:off x="853440" y="4858512"/>
            <a:ext cx="1828800" cy="237744"/>
          </a:xfrm>
          <a:prstGeom prst="rect">
            <a:avLst/>
          </a:prstGeom>
          <a:noFill/>
          <a:ln/>
        </p:spPr>
        <p:txBody>
          <a:bodyPr wrap="square" lIns="0" tIns="0" rIns="0" bIns="0" rtlCol="0" anchor="ctr"/>
          <a:lstStyle/>
          <a:p>
            <a:pPr marL="0" indent="0">
              <a:buNone/>
            </a:pPr>
            <a:r>
              <a:rPr lang="en-US" b="1" kern="0" spc="150" dirty="0">
                <a:solidFill>
                  <a:srgbClr val="C8A02C"/>
                </a:solidFill>
                <a:latin typeface="Calibri" pitchFamily="34" charset="0"/>
                <a:ea typeface="Calibri" pitchFamily="34" charset="-122"/>
                <a:cs typeface="Calibri" pitchFamily="34" charset="-120"/>
              </a:rPr>
              <a:t>GAP 3</a:t>
            </a:r>
            <a:endParaRPr lang="en-US" dirty="0"/>
          </a:p>
        </p:txBody>
      </p:sp>
      <p:sp>
        <p:nvSpPr>
          <p:cNvPr id="12" name="Text 10"/>
          <p:cNvSpPr txBox="1"/>
          <p:nvPr/>
        </p:nvSpPr>
        <p:spPr>
          <a:xfrm>
            <a:off x="853440" y="5199888"/>
            <a:ext cx="6172200" cy="502920"/>
          </a:xfrm>
          <a:prstGeom prst="rect">
            <a:avLst/>
          </a:prstGeom>
          <a:noFill/>
          <a:ln/>
        </p:spPr>
        <p:txBody>
          <a:bodyPr wrap="square" lIns="0" tIns="0" rIns="0" bIns="0" rtlCol="0" anchor="ctr"/>
          <a:lstStyle/>
          <a:p>
            <a:r>
              <a:rPr lang="en-IN" dirty="0"/>
              <a:t>Few systems combine machine learning detection, fraud alerts, transaction history, and analytics in one simple platform.</a:t>
            </a:r>
            <a:endParaRPr lang="en-US" dirty="0"/>
          </a:p>
        </p:txBody>
      </p:sp>
      <p:sp>
        <p:nvSpPr>
          <p:cNvPr id="13" name="Shape 11"/>
          <p:cNvSpPr/>
          <p:nvPr/>
        </p:nvSpPr>
        <p:spPr>
          <a:xfrm>
            <a:off x="7508240" y="1988820"/>
            <a:ext cx="3977640" cy="3502152"/>
          </a:xfrm>
          <a:prstGeom prst="roundRect">
            <a:avLst>
              <a:gd name="adj" fmla="val 2089"/>
            </a:avLst>
          </a:prstGeom>
          <a:solidFill>
            <a:srgbClr val="1B2A55"/>
          </a:solidFill>
          <a:ln w="12700">
            <a:solidFill>
              <a:srgbClr val="1B2A55"/>
            </a:solidFill>
            <a:prstDash val="solid"/>
          </a:ln>
        </p:spPr>
        <p:txBody>
          <a:bodyPr/>
          <a:lstStyle/>
          <a:p>
            <a:endParaRPr lang="en-IN"/>
          </a:p>
        </p:txBody>
      </p:sp>
      <p:sp>
        <p:nvSpPr>
          <p:cNvPr id="14" name="Text 12"/>
          <p:cNvSpPr txBox="1"/>
          <p:nvPr/>
        </p:nvSpPr>
        <p:spPr>
          <a:xfrm>
            <a:off x="7894320" y="2364232"/>
            <a:ext cx="3429000" cy="274320"/>
          </a:xfrm>
          <a:prstGeom prst="rect">
            <a:avLst/>
          </a:prstGeom>
          <a:noFill/>
          <a:ln/>
        </p:spPr>
        <p:txBody>
          <a:bodyPr wrap="square" lIns="0" tIns="0" rIns="0" bIns="0" rtlCol="0" anchor="ctr"/>
          <a:lstStyle/>
          <a:p>
            <a:pPr marL="0" indent="0">
              <a:buNone/>
            </a:pPr>
            <a:r>
              <a:rPr lang="en-US" b="1" kern="0" spc="150" dirty="0">
                <a:solidFill>
                  <a:srgbClr val="C8A02C"/>
                </a:solidFill>
                <a:latin typeface="Calibri" pitchFamily="34" charset="0"/>
                <a:ea typeface="Calibri" pitchFamily="34" charset="-122"/>
                <a:cs typeface="Calibri" pitchFamily="34" charset="-120"/>
              </a:rPr>
              <a:t>OUR PROJECT ADDRESSES</a:t>
            </a:r>
            <a:endParaRPr lang="en-US" dirty="0"/>
          </a:p>
        </p:txBody>
      </p:sp>
      <p:sp>
        <p:nvSpPr>
          <p:cNvPr id="15" name="Text 13"/>
          <p:cNvSpPr txBox="1"/>
          <p:nvPr/>
        </p:nvSpPr>
        <p:spPr>
          <a:xfrm>
            <a:off x="7894320" y="3163316"/>
            <a:ext cx="3429000" cy="1463040"/>
          </a:xfrm>
          <a:prstGeom prst="rect">
            <a:avLst/>
          </a:prstGeom>
          <a:noFill/>
          <a:ln/>
        </p:spPr>
        <p:txBody>
          <a:bodyPr wrap="square" lIns="0" tIns="0" rIns="0" bIns="0" rtlCol="0" anchor="ctr"/>
          <a:lstStyle/>
          <a:p>
            <a:r>
              <a:rPr lang="en-IN" dirty="0">
                <a:solidFill>
                  <a:schemeClr val="bg1"/>
                </a:solidFill>
              </a:rPr>
              <a:t>Our Credit Card Fraud Detection system addresses these gaps by combining Machine Learning-based fraud detection with an interactive dashboard for real-time analysis, alerts, transaction history, and analytics.</a:t>
            </a:r>
            <a:endParaRPr lang="en-US" dirty="0">
              <a:solidFill>
                <a:schemeClr val="bg1"/>
              </a:solidFill>
            </a:endParaRPr>
          </a:p>
        </p:txBody>
      </p:sp>
      <p:sp>
        <p:nvSpPr>
          <p:cNvPr id="18" name="Text 16"/>
          <p:cNvSpPr txBox="1"/>
          <p:nvPr/>
        </p:nvSpPr>
        <p:spPr>
          <a:xfrm>
            <a:off x="548640" y="6355080"/>
            <a:ext cx="6400800" cy="274320"/>
          </a:xfrm>
          <a:prstGeom prst="rect">
            <a:avLst/>
          </a:prstGeom>
          <a:noFill/>
          <a:ln/>
        </p:spPr>
        <p:txBody>
          <a:bodyPr wrap="square" lIns="0" tIns="0" rIns="0" bIns="0" rtlCol="0" anchor="ctr"/>
          <a:lstStyle/>
          <a:p>
            <a:pPr marL="0" indent="0">
              <a:buNone/>
            </a:pPr>
            <a:r>
              <a:rPr lang="en-US" dirty="0">
                <a:solidFill>
                  <a:srgbClr val="6B7280"/>
                </a:solidFill>
                <a:latin typeface="Calibri" pitchFamily="34" charset="0"/>
                <a:ea typeface="Calibri" pitchFamily="34" charset="-122"/>
                <a:cs typeface="Calibri" pitchFamily="34" charset="-120"/>
              </a:rPr>
              <a:t>Dept. of CSE  |  KL University, Bachupally Campus</a:t>
            </a:r>
            <a:endParaRPr lang="en-US" dirty="0"/>
          </a:p>
        </p:txBody>
      </p:sp>
      <p:sp>
        <p:nvSpPr>
          <p:cNvPr id="19" name="Text 17"/>
          <p:cNvSpPr txBox="1"/>
          <p:nvPr/>
        </p:nvSpPr>
        <p:spPr>
          <a:xfrm>
            <a:off x="11064240" y="6355080"/>
            <a:ext cx="548640" cy="274320"/>
          </a:xfrm>
          <a:prstGeom prst="rect">
            <a:avLst/>
          </a:prstGeom>
          <a:noFill/>
          <a:ln/>
        </p:spPr>
        <p:txBody>
          <a:bodyPr wrap="square" lIns="0" tIns="0" rIns="0" bIns="0" rtlCol="0" anchor="ctr"/>
          <a:lstStyle/>
          <a:p>
            <a:pPr marL="0" indent="0" algn="r">
              <a:buNone/>
            </a:pPr>
            <a:r>
              <a:rPr lang="en-US" dirty="0">
                <a:solidFill>
                  <a:srgbClr val="6B7280"/>
                </a:solidFill>
                <a:latin typeface="Calibri" pitchFamily="34" charset="0"/>
                <a:ea typeface="Calibri" pitchFamily="34" charset="-122"/>
                <a:cs typeface="Calibri" pitchFamily="34" charset="-120"/>
              </a:rPr>
              <a:t>6</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47472"/>
            <a:ext cx="10515600" cy="256032"/>
          </a:xfrm>
          <a:prstGeom prst="rect">
            <a:avLst/>
          </a:prstGeom>
          <a:noFill/>
          <a:ln/>
        </p:spPr>
        <p:txBody>
          <a:bodyPr wrap="square" lIns="0" tIns="0" rIns="0" bIns="0" rtlCol="0" anchor="ctr"/>
          <a:lstStyle/>
          <a:p>
            <a:pPr marL="0" indent="0">
              <a:buNone/>
            </a:pPr>
            <a:r>
              <a:rPr lang="en-US" b="1" kern="0" spc="200" dirty="0">
                <a:solidFill>
                  <a:srgbClr val="C8A02C"/>
                </a:solidFill>
                <a:latin typeface="Calibri" pitchFamily="34" charset="0"/>
                <a:ea typeface="Calibri" pitchFamily="34" charset="-122"/>
                <a:cs typeface="Calibri" pitchFamily="34" charset="-120"/>
              </a:rPr>
              <a:t>SECTION 5</a:t>
            </a:r>
            <a:endParaRPr lang="en-US"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marL="0" indent="0">
              <a:buNone/>
            </a:pPr>
            <a:r>
              <a:rPr lang="en-US" b="1" dirty="0">
                <a:solidFill>
                  <a:srgbClr val="1B2A55"/>
                </a:solidFill>
                <a:latin typeface="Cambria" pitchFamily="34" charset="0"/>
                <a:ea typeface="Cambria" pitchFamily="34" charset="-122"/>
                <a:cs typeface="Cambria" pitchFamily="34" charset="-120"/>
              </a:rPr>
              <a:t>Objectives of the Project</a:t>
            </a:r>
            <a:endParaRPr lang="en-US" dirty="0"/>
          </a:p>
        </p:txBody>
      </p:sp>
      <p:sp>
        <p:nvSpPr>
          <p:cNvPr id="4" name="Text 2"/>
          <p:cNvSpPr txBox="1"/>
          <p:nvPr/>
        </p:nvSpPr>
        <p:spPr>
          <a:xfrm>
            <a:off x="548640" y="1188720"/>
            <a:ext cx="11064240" cy="274320"/>
          </a:xfrm>
          <a:prstGeom prst="rect">
            <a:avLst/>
          </a:prstGeom>
          <a:noFill/>
          <a:ln/>
        </p:spPr>
        <p:txBody>
          <a:bodyPr wrap="square" lIns="0" tIns="0" rIns="0" bIns="0" rtlCol="0" anchor="ctr"/>
          <a:lstStyle/>
          <a:p>
            <a:pPr marL="0" indent="0">
              <a:buNone/>
            </a:pPr>
            <a:endParaRPr lang="en-US" dirty="0"/>
          </a:p>
        </p:txBody>
      </p:sp>
      <p:sp>
        <p:nvSpPr>
          <p:cNvPr id="5" name="Shape 3"/>
          <p:cNvSpPr/>
          <p:nvPr/>
        </p:nvSpPr>
        <p:spPr>
          <a:xfrm>
            <a:off x="548640" y="1627632"/>
            <a:ext cx="11064240" cy="914400"/>
          </a:xfrm>
          <a:prstGeom prst="roundRect">
            <a:avLst>
              <a:gd name="adj" fmla="val 8000"/>
            </a:avLst>
          </a:prstGeom>
          <a:solidFill>
            <a:srgbClr val="F1F4F9"/>
          </a:solidFill>
          <a:ln w="12700">
            <a:solidFill>
              <a:srgbClr val="DDE3EC"/>
            </a:solidFill>
            <a:prstDash val="solid"/>
          </a:ln>
        </p:spPr>
        <p:txBody>
          <a:bodyPr/>
          <a:lstStyle/>
          <a:p>
            <a:endParaRPr lang="en-IN"/>
          </a:p>
        </p:txBody>
      </p:sp>
      <p:sp>
        <p:nvSpPr>
          <p:cNvPr id="6" name="Shape 4"/>
          <p:cNvSpPr/>
          <p:nvPr/>
        </p:nvSpPr>
        <p:spPr>
          <a:xfrm>
            <a:off x="822960" y="1892808"/>
            <a:ext cx="384048" cy="384048"/>
          </a:xfrm>
          <a:prstGeom prst="ellipse">
            <a:avLst/>
          </a:prstGeom>
          <a:solidFill>
            <a:srgbClr val="C8A02C"/>
          </a:solidFill>
          <a:ln/>
        </p:spPr>
        <p:txBody>
          <a:bodyPr/>
          <a:lstStyle/>
          <a:p>
            <a:endParaRPr lang="en-IN"/>
          </a:p>
        </p:txBody>
      </p:sp>
      <p:sp>
        <p:nvSpPr>
          <p:cNvPr id="7" name="Text 5"/>
          <p:cNvSpPr txBox="1"/>
          <p:nvPr/>
        </p:nvSpPr>
        <p:spPr>
          <a:xfrm>
            <a:off x="822960" y="1892808"/>
            <a:ext cx="384048" cy="384048"/>
          </a:xfrm>
          <a:prstGeom prst="rect">
            <a:avLst/>
          </a:prstGeom>
          <a:noFill/>
          <a:ln/>
        </p:spPr>
        <p:txBody>
          <a:bodyPr wrap="square" lIns="0" tIns="0" rIns="0" bIns="0" rtlCol="0" anchor="ctr"/>
          <a:lstStyle/>
          <a:p>
            <a:pPr marL="0" indent="0" algn="ctr">
              <a:buNone/>
            </a:pPr>
            <a:r>
              <a:rPr lang="en-US" b="1" dirty="0">
                <a:solidFill>
                  <a:srgbClr val="101B3A"/>
                </a:solidFill>
                <a:latin typeface="Calibri" pitchFamily="34" charset="0"/>
                <a:ea typeface="Calibri" pitchFamily="34" charset="-122"/>
                <a:cs typeface="Calibri" pitchFamily="34" charset="-120"/>
              </a:rPr>
              <a:t>1</a:t>
            </a:r>
            <a:endParaRPr lang="en-US" dirty="0"/>
          </a:p>
        </p:txBody>
      </p:sp>
      <p:sp>
        <p:nvSpPr>
          <p:cNvPr id="8" name="Text 6"/>
          <p:cNvSpPr txBox="1"/>
          <p:nvPr/>
        </p:nvSpPr>
        <p:spPr>
          <a:xfrm>
            <a:off x="1371600" y="1627632"/>
            <a:ext cx="9966960" cy="914400"/>
          </a:xfrm>
          <a:prstGeom prst="rect">
            <a:avLst/>
          </a:prstGeom>
          <a:noFill/>
          <a:ln/>
        </p:spPr>
        <p:txBody>
          <a:bodyPr wrap="square" lIns="0" tIns="0" rIns="0" bIns="0" rtlCol="0" anchor="ctr"/>
          <a:lstStyle/>
          <a:p>
            <a:r>
              <a:rPr lang="en-US" b="1" dirty="0">
                <a:solidFill>
                  <a:srgbClr val="1B2A55"/>
                </a:solidFill>
                <a:latin typeface="Calibri" pitchFamily="34" charset="0"/>
                <a:ea typeface="Calibri" pitchFamily="34" charset="-122"/>
                <a:cs typeface="Calibri" pitchFamily="34" charset="-120"/>
              </a:rPr>
              <a:t>To collect / prepare : </a:t>
            </a:r>
            <a:r>
              <a:rPr lang="en-IN" dirty="0"/>
              <a:t>To collect and prepare a credit card transaction dataset containing legitimate and fraudulent transactions.</a:t>
            </a:r>
            <a:endParaRPr lang="en-US" dirty="0"/>
          </a:p>
        </p:txBody>
      </p:sp>
      <p:sp>
        <p:nvSpPr>
          <p:cNvPr id="9" name="Shape 7"/>
          <p:cNvSpPr/>
          <p:nvPr/>
        </p:nvSpPr>
        <p:spPr>
          <a:xfrm>
            <a:off x="548640" y="2706624"/>
            <a:ext cx="11064240" cy="914400"/>
          </a:xfrm>
          <a:prstGeom prst="roundRect">
            <a:avLst>
              <a:gd name="adj" fmla="val 8000"/>
            </a:avLst>
          </a:prstGeom>
          <a:solidFill>
            <a:srgbClr val="F1F4F9"/>
          </a:solidFill>
          <a:ln w="12700">
            <a:solidFill>
              <a:srgbClr val="DDE3EC"/>
            </a:solidFill>
            <a:prstDash val="solid"/>
          </a:ln>
        </p:spPr>
        <p:txBody>
          <a:bodyPr/>
          <a:lstStyle/>
          <a:p>
            <a:endParaRPr lang="en-IN"/>
          </a:p>
        </p:txBody>
      </p:sp>
      <p:sp>
        <p:nvSpPr>
          <p:cNvPr id="10" name="Shape 8"/>
          <p:cNvSpPr/>
          <p:nvPr/>
        </p:nvSpPr>
        <p:spPr>
          <a:xfrm>
            <a:off x="822960" y="2971800"/>
            <a:ext cx="384048" cy="384048"/>
          </a:xfrm>
          <a:prstGeom prst="ellipse">
            <a:avLst/>
          </a:prstGeom>
          <a:solidFill>
            <a:srgbClr val="C8A02C"/>
          </a:solidFill>
          <a:ln/>
        </p:spPr>
        <p:txBody>
          <a:bodyPr/>
          <a:lstStyle/>
          <a:p>
            <a:endParaRPr lang="en-IN"/>
          </a:p>
        </p:txBody>
      </p:sp>
      <p:sp>
        <p:nvSpPr>
          <p:cNvPr id="11" name="Text 9"/>
          <p:cNvSpPr txBox="1"/>
          <p:nvPr/>
        </p:nvSpPr>
        <p:spPr>
          <a:xfrm>
            <a:off x="822960" y="2971800"/>
            <a:ext cx="384048" cy="384048"/>
          </a:xfrm>
          <a:prstGeom prst="rect">
            <a:avLst/>
          </a:prstGeom>
          <a:noFill/>
          <a:ln/>
        </p:spPr>
        <p:txBody>
          <a:bodyPr wrap="square" lIns="0" tIns="0" rIns="0" bIns="0" rtlCol="0" anchor="ctr"/>
          <a:lstStyle/>
          <a:p>
            <a:pPr marL="0" indent="0" algn="ctr">
              <a:buNone/>
            </a:pPr>
            <a:r>
              <a:rPr lang="en-US" b="1" dirty="0">
                <a:solidFill>
                  <a:srgbClr val="101B3A"/>
                </a:solidFill>
                <a:latin typeface="Calibri" pitchFamily="34" charset="0"/>
                <a:ea typeface="Calibri" pitchFamily="34" charset="-122"/>
                <a:cs typeface="Calibri" pitchFamily="34" charset="-120"/>
              </a:rPr>
              <a:t>2</a:t>
            </a:r>
            <a:endParaRPr lang="en-US" dirty="0"/>
          </a:p>
        </p:txBody>
      </p:sp>
      <p:sp>
        <p:nvSpPr>
          <p:cNvPr id="12" name="Text 10"/>
          <p:cNvSpPr txBox="1"/>
          <p:nvPr/>
        </p:nvSpPr>
        <p:spPr>
          <a:xfrm>
            <a:off x="1371600" y="2706624"/>
            <a:ext cx="9966960" cy="914400"/>
          </a:xfrm>
          <a:prstGeom prst="rect">
            <a:avLst/>
          </a:prstGeom>
          <a:noFill/>
          <a:ln/>
        </p:spPr>
        <p:txBody>
          <a:bodyPr wrap="square" lIns="0" tIns="0" rIns="0" bIns="0" rtlCol="0" anchor="ctr"/>
          <a:lstStyle/>
          <a:p>
            <a:r>
              <a:rPr lang="en-US" b="1" dirty="0">
                <a:solidFill>
                  <a:srgbClr val="1B2A55"/>
                </a:solidFill>
                <a:latin typeface="Calibri" pitchFamily="34" charset="0"/>
                <a:ea typeface="Calibri" pitchFamily="34" charset="-122"/>
                <a:cs typeface="Calibri" pitchFamily="34" charset="-120"/>
              </a:rPr>
              <a:t>To design &amp; implement : </a:t>
            </a:r>
            <a:r>
              <a:rPr lang="en-IN" dirty="0"/>
              <a:t>To design and implement a Machine Learning model for detecting fraudulent transactions.</a:t>
            </a:r>
            <a:endParaRPr lang="en-US" dirty="0"/>
          </a:p>
        </p:txBody>
      </p:sp>
      <p:sp>
        <p:nvSpPr>
          <p:cNvPr id="13" name="Shape 11"/>
          <p:cNvSpPr/>
          <p:nvPr/>
        </p:nvSpPr>
        <p:spPr>
          <a:xfrm>
            <a:off x="548640" y="3785616"/>
            <a:ext cx="11064240" cy="914400"/>
          </a:xfrm>
          <a:prstGeom prst="roundRect">
            <a:avLst>
              <a:gd name="adj" fmla="val 8000"/>
            </a:avLst>
          </a:prstGeom>
          <a:solidFill>
            <a:srgbClr val="F1F4F9"/>
          </a:solidFill>
          <a:ln w="12700">
            <a:solidFill>
              <a:srgbClr val="DDE3EC"/>
            </a:solidFill>
            <a:prstDash val="solid"/>
          </a:ln>
        </p:spPr>
        <p:txBody>
          <a:bodyPr/>
          <a:lstStyle/>
          <a:p>
            <a:endParaRPr lang="en-IN"/>
          </a:p>
        </p:txBody>
      </p:sp>
      <p:sp>
        <p:nvSpPr>
          <p:cNvPr id="14" name="Shape 12"/>
          <p:cNvSpPr/>
          <p:nvPr/>
        </p:nvSpPr>
        <p:spPr>
          <a:xfrm>
            <a:off x="822960" y="4050792"/>
            <a:ext cx="384048" cy="384048"/>
          </a:xfrm>
          <a:prstGeom prst="ellipse">
            <a:avLst/>
          </a:prstGeom>
          <a:solidFill>
            <a:srgbClr val="C8A02C"/>
          </a:solidFill>
          <a:ln/>
        </p:spPr>
        <p:txBody>
          <a:bodyPr/>
          <a:lstStyle/>
          <a:p>
            <a:endParaRPr lang="en-IN"/>
          </a:p>
        </p:txBody>
      </p:sp>
      <p:sp>
        <p:nvSpPr>
          <p:cNvPr id="15" name="Text 13"/>
          <p:cNvSpPr txBox="1"/>
          <p:nvPr/>
        </p:nvSpPr>
        <p:spPr>
          <a:xfrm>
            <a:off x="822960" y="4050792"/>
            <a:ext cx="384048" cy="384048"/>
          </a:xfrm>
          <a:prstGeom prst="rect">
            <a:avLst/>
          </a:prstGeom>
          <a:noFill/>
          <a:ln/>
        </p:spPr>
        <p:txBody>
          <a:bodyPr wrap="square" lIns="0" tIns="0" rIns="0" bIns="0" rtlCol="0" anchor="ctr"/>
          <a:lstStyle/>
          <a:p>
            <a:pPr marL="0" indent="0" algn="ctr">
              <a:buNone/>
            </a:pPr>
            <a:r>
              <a:rPr lang="en-US" b="1" dirty="0">
                <a:solidFill>
                  <a:srgbClr val="101B3A"/>
                </a:solidFill>
                <a:latin typeface="Calibri" pitchFamily="34" charset="0"/>
                <a:ea typeface="Calibri" pitchFamily="34" charset="-122"/>
                <a:cs typeface="Calibri" pitchFamily="34" charset="-120"/>
              </a:rPr>
              <a:t>3</a:t>
            </a:r>
            <a:endParaRPr lang="en-US" dirty="0"/>
          </a:p>
        </p:txBody>
      </p:sp>
      <p:sp>
        <p:nvSpPr>
          <p:cNvPr id="16" name="Text 14"/>
          <p:cNvSpPr txBox="1"/>
          <p:nvPr/>
        </p:nvSpPr>
        <p:spPr>
          <a:xfrm>
            <a:off x="1371600" y="3785616"/>
            <a:ext cx="9966960" cy="914400"/>
          </a:xfrm>
          <a:prstGeom prst="rect">
            <a:avLst/>
          </a:prstGeom>
          <a:noFill/>
          <a:ln/>
        </p:spPr>
        <p:txBody>
          <a:bodyPr wrap="square" lIns="0" tIns="0" rIns="0" bIns="0" rtlCol="0" anchor="ctr"/>
          <a:lstStyle/>
          <a:p>
            <a:r>
              <a:rPr lang="en-US" b="1" dirty="0">
                <a:solidFill>
                  <a:srgbClr val="1B2A55"/>
                </a:solidFill>
                <a:latin typeface="Calibri" pitchFamily="34" charset="0"/>
                <a:ea typeface="Calibri" pitchFamily="34" charset="-122"/>
                <a:cs typeface="Calibri" pitchFamily="34" charset="-120"/>
              </a:rPr>
              <a:t>To evaluate : </a:t>
            </a:r>
            <a:r>
              <a:rPr lang="en-IN" dirty="0"/>
              <a:t>To evaluate the model based on accuracy, precision, recall, and F1-score.</a:t>
            </a:r>
            <a:endParaRPr lang="en-US" dirty="0"/>
          </a:p>
        </p:txBody>
      </p:sp>
      <p:sp>
        <p:nvSpPr>
          <p:cNvPr id="17" name="Shape 15"/>
          <p:cNvSpPr/>
          <p:nvPr/>
        </p:nvSpPr>
        <p:spPr>
          <a:xfrm>
            <a:off x="548640" y="4864608"/>
            <a:ext cx="11064240" cy="914400"/>
          </a:xfrm>
          <a:prstGeom prst="roundRect">
            <a:avLst>
              <a:gd name="adj" fmla="val 8000"/>
            </a:avLst>
          </a:prstGeom>
          <a:solidFill>
            <a:srgbClr val="F1F4F9"/>
          </a:solidFill>
          <a:ln w="12700">
            <a:solidFill>
              <a:srgbClr val="DDE3EC"/>
            </a:solidFill>
            <a:prstDash val="solid"/>
          </a:ln>
        </p:spPr>
        <p:txBody>
          <a:bodyPr/>
          <a:lstStyle/>
          <a:p>
            <a:endParaRPr lang="en-IN"/>
          </a:p>
        </p:txBody>
      </p:sp>
      <p:sp>
        <p:nvSpPr>
          <p:cNvPr id="18" name="Shape 16"/>
          <p:cNvSpPr/>
          <p:nvPr/>
        </p:nvSpPr>
        <p:spPr>
          <a:xfrm>
            <a:off x="822960" y="5129784"/>
            <a:ext cx="384048" cy="384048"/>
          </a:xfrm>
          <a:prstGeom prst="ellipse">
            <a:avLst/>
          </a:prstGeom>
          <a:solidFill>
            <a:srgbClr val="C8A02C"/>
          </a:solidFill>
          <a:ln/>
        </p:spPr>
        <p:txBody>
          <a:bodyPr/>
          <a:lstStyle/>
          <a:p>
            <a:endParaRPr lang="en-IN"/>
          </a:p>
        </p:txBody>
      </p:sp>
      <p:sp>
        <p:nvSpPr>
          <p:cNvPr id="19" name="Text 17"/>
          <p:cNvSpPr txBox="1"/>
          <p:nvPr/>
        </p:nvSpPr>
        <p:spPr>
          <a:xfrm>
            <a:off x="822960" y="5129784"/>
            <a:ext cx="384048" cy="384048"/>
          </a:xfrm>
          <a:prstGeom prst="rect">
            <a:avLst/>
          </a:prstGeom>
          <a:noFill/>
          <a:ln/>
        </p:spPr>
        <p:txBody>
          <a:bodyPr wrap="square" lIns="0" tIns="0" rIns="0" bIns="0" rtlCol="0" anchor="ctr"/>
          <a:lstStyle/>
          <a:p>
            <a:pPr marL="0" indent="0" algn="ctr">
              <a:buNone/>
            </a:pPr>
            <a:r>
              <a:rPr lang="en-US" b="1" dirty="0">
                <a:solidFill>
                  <a:srgbClr val="101B3A"/>
                </a:solidFill>
                <a:latin typeface="Calibri" pitchFamily="34" charset="0"/>
                <a:ea typeface="Calibri" pitchFamily="34" charset="-122"/>
                <a:cs typeface="Calibri" pitchFamily="34" charset="-120"/>
              </a:rPr>
              <a:t>4</a:t>
            </a:r>
            <a:endParaRPr lang="en-US" dirty="0"/>
          </a:p>
        </p:txBody>
      </p:sp>
      <p:sp>
        <p:nvSpPr>
          <p:cNvPr id="20" name="Text 18"/>
          <p:cNvSpPr txBox="1"/>
          <p:nvPr/>
        </p:nvSpPr>
        <p:spPr>
          <a:xfrm>
            <a:off x="1371600" y="4864608"/>
            <a:ext cx="9966960" cy="914400"/>
          </a:xfrm>
          <a:prstGeom prst="rect">
            <a:avLst/>
          </a:prstGeom>
          <a:noFill/>
          <a:ln/>
        </p:spPr>
        <p:txBody>
          <a:bodyPr wrap="square" lIns="0" tIns="0" rIns="0" bIns="0" rtlCol="0" anchor="ctr"/>
          <a:lstStyle/>
          <a:p>
            <a:r>
              <a:rPr lang="en-US" b="1" dirty="0">
                <a:solidFill>
                  <a:srgbClr val="1B2A55"/>
                </a:solidFill>
                <a:latin typeface="Calibri" pitchFamily="34" charset="0"/>
                <a:ea typeface="Calibri" pitchFamily="34" charset="-122"/>
                <a:cs typeface="Calibri" pitchFamily="34" charset="-120"/>
              </a:rPr>
              <a:t>To deploy / demonstrate : </a:t>
            </a:r>
            <a:r>
              <a:rPr lang="en-IN" dirty="0"/>
              <a:t>To develop and demonstrate an interactive web application for fraud detection, alerts, and transaction analysis.</a:t>
            </a:r>
            <a:endParaRPr lang="en-US" dirty="0"/>
          </a:p>
        </p:txBody>
      </p:sp>
      <p:sp>
        <p:nvSpPr>
          <p:cNvPr id="21" name="Text 19"/>
          <p:cNvSpPr txBox="1"/>
          <p:nvPr/>
        </p:nvSpPr>
        <p:spPr>
          <a:xfrm>
            <a:off x="548640" y="5943600"/>
            <a:ext cx="11064240" cy="274320"/>
          </a:xfrm>
          <a:prstGeom prst="rect">
            <a:avLst/>
          </a:prstGeom>
          <a:noFill/>
          <a:ln/>
        </p:spPr>
        <p:txBody>
          <a:bodyPr wrap="square" lIns="0" tIns="0" rIns="0" bIns="0" rtlCol="0" anchor="ctr"/>
          <a:lstStyle/>
          <a:p>
            <a:pPr marL="0" indent="0">
              <a:buNone/>
            </a:pPr>
            <a:endParaRPr lang="en-US" dirty="0"/>
          </a:p>
        </p:txBody>
      </p:sp>
      <p:sp>
        <p:nvSpPr>
          <p:cNvPr id="22" name="Text 20"/>
          <p:cNvSpPr txBox="1"/>
          <p:nvPr/>
        </p:nvSpPr>
        <p:spPr>
          <a:xfrm>
            <a:off x="548640" y="6355080"/>
            <a:ext cx="6400800" cy="274320"/>
          </a:xfrm>
          <a:prstGeom prst="rect">
            <a:avLst/>
          </a:prstGeom>
          <a:noFill/>
          <a:ln/>
        </p:spPr>
        <p:txBody>
          <a:bodyPr wrap="square" lIns="0" tIns="0" rIns="0" bIns="0" rtlCol="0" anchor="ctr"/>
          <a:lstStyle/>
          <a:p>
            <a:pPr marL="0" indent="0">
              <a:buNone/>
            </a:pPr>
            <a:r>
              <a:rPr lang="en-US" dirty="0">
                <a:solidFill>
                  <a:srgbClr val="6B7280"/>
                </a:solidFill>
                <a:latin typeface="Calibri" pitchFamily="34" charset="0"/>
                <a:ea typeface="Calibri" pitchFamily="34" charset="-122"/>
                <a:cs typeface="Calibri" pitchFamily="34" charset="-120"/>
              </a:rPr>
              <a:t>Dept. of CSE  |  KL University, Bachupally Campus</a:t>
            </a:r>
            <a:endParaRPr lang="en-US" dirty="0"/>
          </a:p>
        </p:txBody>
      </p:sp>
      <p:sp>
        <p:nvSpPr>
          <p:cNvPr id="23" name="Text 21"/>
          <p:cNvSpPr txBox="1"/>
          <p:nvPr/>
        </p:nvSpPr>
        <p:spPr>
          <a:xfrm>
            <a:off x="11064240" y="6355080"/>
            <a:ext cx="548640" cy="274320"/>
          </a:xfrm>
          <a:prstGeom prst="rect">
            <a:avLst/>
          </a:prstGeom>
          <a:noFill/>
          <a:ln/>
        </p:spPr>
        <p:txBody>
          <a:bodyPr wrap="square" lIns="0" tIns="0" rIns="0" bIns="0" rtlCol="0" anchor="ctr"/>
          <a:lstStyle/>
          <a:p>
            <a:pPr marL="0" indent="0" algn="r">
              <a:buNone/>
            </a:pPr>
            <a:r>
              <a:rPr lang="en-US" dirty="0">
                <a:solidFill>
                  <a:srgbClr val="6B7280"/>
                </a:solidFill>
                <a:latin typeface="Calibri" pitchFamily="34" charset="0"/>
                <a:ea typeface="Calibri" pitchFamily="34" charset="-122"/>
                <a:cs typeface="Calibri" pitchFamily="34" charset="-120"/>
              </a:rPr>
              <a:t>7</a:t>
            </a:r>
            <a:endParaRPr lang="en-US" dirty="0"/>
          </a:p>
        </p:txBody>
      </p:sp>
      <p:sp>
        <p:nvSpPr>
          <p:cNvPr id="24" name="TextBox 23">
            <a:extLst>
              <a:ext uri="{FF2B5EF4-FFF2-40B4-BE49-F238E27FC236}">
                <a16:creationId xmlns:a16="http://schemas.microsoft.com/office/drawing/2014/main" id="{F4D8CA24-AD45-0587-9EBF-47E14409BD93}"/>
              </a:ext>
            </a:extLst>
          </p:cNvPr>
          <p:cNvSpPr txBox="1"/>
          <p:nvPr/>
        </p:nvSpPr>
        <p:spPr>
          <a:xfrm>
            <a:off x="323193" y="425669"/>
            <a:ext cx="184731" cy="369332"/>
          </a:xfrm>
          <a:prstGeom prst="rect">
            <a:avLst/>
          </a:prstGeom>
          <a:noFill/>
        </p:spPr>
        <p:txBody>
          <a:bodyPr wrap="none" rtlCol="0">
            <a:spAutoFit/>
          </a:bodyPr>
          <a:lstStyle/>
          <a:p>
            <a:endParaRPr lang="en-I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47472"/>
            <a:ext cx="10515600" cy="256032"/>
          </a:xfrm>
          <a:prstGeom prst="rect">
            <a:avLst/>
          </a:prstGeom>
          <a:noFill/>
          <a:ln/>
        </p:spPr>
        <p:txBody>
          <a:bodyPr wrap="square" lIns="0" tIns="0" rIns="0" bIns="0" rtlCol="0" anchor="ctr"/>
          <a:lstStyle/>
          <a:p>
            <a:pPr marL="0" indent="0">
              <a:buNone/>
            </a:pPr>
            <a:r>
              <a:rPr lang="en-US" sz="1050" b="1" kern="0" spc="200" dirty="0">
                <a:solidFill>
                  <a:srgbClr val="C8A02C"/>
                </a:solidFill>
                <a:latin typeface="Calibri" pitchFamily="34" charset="0"/>
                <a:ea typeface="Calibri" pitchFamily="34" charset="-122"/>
                <a:cs typeface="Calibri" pitchFamily="34" charset="-120"/>
              </a:rPr>
              <a:t>SECTION 6</a:t>
            </a:r>
            <a:endParaRPr lang="en-US" sz="105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marL="0" indent="0">
              <a:buNone/>
            </a:pPr>
            <a:r>
              <a:rPr lang="en-US" sz="3100" b="1" dirty="0">
                <a:solidFill>
                  <a:srgbClr val="1B2A55"/>
                </a:solidFill>
                <a:latin typeface="Cambria" pitchFamily="34" charset="0"/>
                <a:ea typeface="Cambria" pitchFamily="34" charset="-122"/>
                <a:cs typeface="Cambria" pitchFamily="34" charset="-120"/>
              </a:rPr>
              <a:t>Proposed System Architecture</a:t>
            </a:r>
            <a:endParaRPr lang="en-US" sz="3100" dirty="0"/>
          </a:p>
        </p:txBody>
      </p:sp>
      <p:sp>
        <p:nvSpPr>
          <p:cNvPr id="4" name="Shape 2"/>
          <p:cNvSpPr/>
          <p:nvPr/>
        </p:nvSpPr>
        <p:spPr>
          <a:xfrm>
            <a:off x="548640" y="1691640"/>
            <a:ext cx="2560320" cy="1737360"/>
          </a:xfrm>
          <a:prstGeom prst="roundRect">
            <a:avLst>
              <a:gd name="adj" fmla="val 4211"/>
            </a:avLst>
          </a:prstGeom>
          <a:solidFill>
            <a:srgbClr val="F1F4F9"/>
          </a:solidFill>
          <a:ln w="12700">
            <a:solidFill>
              <a:srgbClr val="DDE3EC"/>
            </a:solidFill>
            <a:prstDash val="solid"/>
          </a:ln>
        </p:spPr>
        <p:txBody>
          <a:bodyPr/>
          <a:lstStyle/>
          <a:p>
            <a:endParaRPr lang="en-IN"/>
          </a:p>
        </p:txBody>
      </p:sp>
      <p:sp>
        <p:nvSpPr>
          <p:cNvPr id="5" name="Text 3"/>
          <p:cNvSpPr txBox="1"/>
          <p:nvPr/>
        </p:nvSpPr>
        <p:spPr>
          <a:xfrm>
            <a:off x="685800" y="1713992"/>
            <a:ext cx="2286000" cy="292608"/>
          </a:xfrm>
          <a:prstGeom prst="rect">
            <a:avLst/>
          </a:prstGeom>
          <a:noFill/>
          <a:ln/>
        </p:spPr>
        <p:txBody>
          <a:bodyPr wrap="square" lIns="0" tIns="0" rIns="0" bIns="0" rtlCol="0" anchor="ctr"/>
          <a:lstStyle/>
          <a:p>
            <a:pPr marL="0" indent="0" algn="ctr">
              <a:buNone/>
            </a:pPr>
            <a:r>
              <a:rPr lang="en-US" sz="1200" b="1" kern="0" spc="120" dirty="0">
                <a:solidFill>
                  <a:srgbClr val="1B2A55"/>
                </a:solidFill>
                <a:latin typeface="Calibri" pitchFamily="34" charset="0"/>
                <a:ea typeface="Calibri" pitchFamily="34" charset="-122"/>
                <a:cs typeface="Calibri" pitchFamily="34" charset="-120"/>
              </a:rPr>
              <a:t>INPUT</a:t>
            </a:r>
            <a:endParaRPr lang="en-US" sz="1200" dirty="0"/>
          </a:p>
        </p:txBody>
      </p:sp>
      <p:sp>
        <p:nvSpPr>
          <p:cNvPr id="6" name="Text 4"/>
          <p:cNvSpPr txBox="1"/>
          <p:nvPr/>
        </p:nvSpPr>
        <p:spPr>
          <a:xfrm>
            <a:off x="685800" y="2286000"/>
            <a:ext cx="2286000" cy="1005840"/>
          </a:xfrm>
          <a:prstGeom prst="rect">
            <a:avLst/>
          </a:prstGeom>
          <a:noFill/>
          <a:ln/>
        </p:spPr>
        <p:txBody>
          <a:bodyPr wrap="square" lIns="0" tIns="0" rIns="0" bIns="0" rtlCol="0" anchor="ctr"/>
          <a:lstStyle/>
          <a:p>
            <a:pPr algn="ctr"/>
            <a:endParaRPr lang="en-US" sz="1200" dirty="0"/>
          </a:p>
        </p:txBody>
      </p:sp>
      <p:sp>
        <p:nvSpPr>
          <p:cNvPr id="7" name="Shape 5"/>
          <p:cNvSpPr/>
          <p:nvPr/>
        </p:nvSpPr>
        <p:spPr>
          <a:xfrm>
            <a:off x="3182112" y="2404872"/>
            <a:ext cx="201168" cy="310896"/>
          </a:xfrm>
          <a:prstGeom prst="rightArrow">
            <a:avLst/>
          </a:prstGeom>
          <a:solidFill>
            <a:srgbClr val="C8A02C"/>
          </a:solidFill>
          <a:ln w="12700">
            <a:solidFill>
              <a:srgbClr val="C8A02C"/>
            </a:solidFill>
            <a:prstDash val="solid"/>
          </a:ln>
        </p:spPr>
        <p:txBody>
          <a:bodyPr/>
          <a:lstStyle/>
          <a:p>
            <a:endParaRPr lang="en-IN"/>
          </a:p>
        </p:txBody>
      </p:sp>
      <p:sp>
        <p:nvSpPr>
          <p:cNvPr id="8" name="Shape 6"/>
          <p:cNvSpPr/>
          <p:nvPr/>
        </p:nvSpPr>
        <p:spPr>
          <a:xfrm>
            <a:off x="3438144" y="1691640"/>
            <a:ext cx="2560320" cy="1737360"/>
          </a:xfrm>
          <a:prstGeom prst="roundRect">
            <a:avLst>
              <a:gd name="adj" fmla="val 4211"/>
            </a:avLst>
          </a:prstGeom>
          <a:solidFill>
            <a:srgbClr val="F1F4F9"/>
          </a:solidFill>
          <a:ln w="12700">
            <a:solidFill>
              <a:srgbClr val="DDE3EC"/>
            </a:solidFill>
            <a:prstDash val="solid"/>
          </a:ln>
        </p:spPr>
        <p:txBody>
          <a:bodyPr/>
          <a:lstStyle/>
          <a:p>
            <a:endParaRPr lang="en-IN"/>
          </a:p>
        </p:txBody>
      </p:sp>
      <p:sp>
        <p:nvSpPr>
          <p:cNvPr id="9" name="Text 7"/>
          <p:cNvSpPr txBox="1"/>
          <p:nvPr/>
        </p:nvSpPr>
        <p:spPr>
          <a:xfrm>
            <a:off x="3575304" y="1920240"/>
            <a:ext cx="2286000" cy="292608"/>
          </a:xfrm>
          <a:prstGeom prst="rect">
            <a:avLst/>
          </a:prstGeom>
          <a:noFill/>
          <a:ln/>
        </p:spPr>
        <p:txBody>
          <a:bodyPr wrap="square" lIns="0" tIns="0" rIns="0" bIns="0" rtlCol="0" anchor="ctr"/>
          <a:lstStyle/>
          <a:p>
            <a:pPr marL="0" indent="0" algn="ctr">
              <a:buNone/>
            </a:pPr>
            <a:r>
              <a:rPr lang="en-US" sz="1200" b="1" kern="0" spc="120" dirty="0">
                <a:solidFill>
                  <a:srgbClr val="1B2A55"/>
                </a:solidFill>
                <a:latin typeface="Calibri" pitchFamily="34" charset="0"/>
                <a:ea typeface="Calibri" pitchFamily="34" charset="-122"/>
                <a:cs typeface="Calibri" pitchFamily="34" charset="-120"/>
              </a:rPr>
              <a:t>PRE-PROCESSING</a:t>
            </a:r>
            <a:endParaRPr lang="en-US" sz="1200" dirty="0"/>
          </a:p>
        </p:txBody>
      </p:sp>
      <p:sp>
        <p:nvSpPr>
          <p:cNvPr id="10" name="Text 8"/>
          <p:cNvSpPr txBox="1"/>
          <p:nvPr/>
        </p:nvSpPr>
        <p:spPr>
          <a:xfrm>
            <a:off x="3575304" y="2286000"/>
            <a:ext cx="2286000" cy="1005840"/>
          </a:xfrm>
          <a:prstGeom prst="rect">
            <a:avLst/>
          </a:prstGeom>
          <a:noFill/>
          <a:ln/>
        </p:spPr>
        <p:txBody>
          <a:bodyPr wrap="square" lIns="0" tIns="0" rIns="0" bIns="0" rtlCol="0" anchor="ctr"/>
          <a:lstStyle/>
          <a:p>
            <a:pPr marL="0" indent="0" algn="ctr">
              <a:buNone/>
            </a:pPr>
            <a:r>
              <a:rPr lang="en-US" sz="1200" dirty="0">
                <a:solidFill>
                  <a:srgbClr val="1F2430"/>
                </a:solidFill>
                <a:latin typeface="Calibri" pitchFamily="34" charset="0"/>
                <a:ea typeface="Calibri" pitchFamily="34" charset="-122"/>
                <a:cs typeface="Calibri" pitchFamily="34" charset="-120"/>
              </a:rPr>
              <a:t>&lt; Cleaning, resizing,</a:t>
            </a:r>
            <a:endParaRPr lang="en-US" sz="1200" dirty="0"/>
          </a:p>
          <a:p>
            <a:pPr marL="0" indent="0" algn="ctr">
              <a:buNone/>
            </a:pPr>
            <a:r>
              <a:rPr lang="en-US" sz="1200" dirty="0">
                <a:solidFill>
                  <a:srgbClr val="1F2430"/>
                </a:solidFill>
                <a:latin typeface="Calibri" pitchFamily="34" charset="0"/>
                <a:ea typeface="Calibri" pitchFamily="34" charset="-122"/>
                <a:cs typeface="Calibri" pitchFamily="34" charset="-120"/>
              </a:rPr>
              <a:t>encoding, splitting &gt;</a:t>
            </a:r>
            <a:endParaRPr lang="en-US" sz="1200" dirty="0"/>
          </a:p>
        </p:txBody>
      </p:sp>
      <p:sp>
        <p:nvSpPr>
          <p:cNvPr id="11" name="Shape 9"/>
          <p:cNvSpPr/>
          <p:nvPr/>
        </p:nvSpPr>
        <p:spPr>
          <a:xfrm>
            <a:off x="6071616" y="2404872"/>
            <a:ext cx="201168" cy="310896"/>
          </a:xfrm>
          <a:prstGeom prst="rightArrow">
            <a:avLst/>
          </a:prstGeom>
          <a:solidFill>
            <a:srgbClr val="C8A02C"/>
          </a:solidFill>
          <a:ln w="12700">
            <a:solidFill>
              <a:srgbClr val="C8A02C"/>
            </a:solidFill>
            <a:prstDash val="solid"/>
          </a:ln>
        </p:spPr>
        <p:txBody>
          <a:bodyPr/>
          <a:lstStyle/>
          <a:p>
            <a:endParaRPr lang="en-IN"/>
          </a:p>
        </p:txBody>
      </p:sp>
      <p:sp>
        <p:nvSpPr>
          <p:cNvPr id="12" name="Shape 10"/>
          <p:cNvSpPr/>
          <p:nvPr/>
        </p:nvSpPr>
        <p:spPr>
          <a:xfrm>
            <a:off x="6327648" y="1691640"/>
            <a:ext cx="2560320" cy="1737360"/>
          </a:xfrm>
          <a:prstGeom prst="roundRect">
            <a:avLst>
              <a:gd name="adj" fmla="val 4211"/>
            </a:avLst>
          </a:prstGeom>
          <a:solidFill>
            <a:srgbClr val="1B2A55"/>
          </a:solidFill>
          <a:ln w="12700">
            <a:solidFill>
              <a:srgbClr val="1B2A55"/>
            </a:solidFill>
            <a:prstDash val="solid"/>
          </a:ln>
        </p:spPr>
        <p:txBody>
          <a:bodyPr/>
          <a:lstStyle/>
          <a:p>
            <a:endParaRPr lang="en-IN"/>
          </a:p>
        </p:txBody>
      </p:sp>
      <p:sp>
        <p:nvSpPr>
          <p:cNvPr id="13" name="Text 11"/>
          <p:cNvSpPr txBox="1"/>
          <p:nvPr/>
        </p:nvSpPr>
        <p:spPr>
          <a:xfrm>
            <a:off x="6464808" y="1920240"/>
            <a:ext cx="2286000" cy="292608"/>
          </a:xfrm>
          <a:prstGeom prst="rect">
            <a:avLst/>
          </a:prstGeom>
          <a:noFill/>
          <a:ln/>
        </p:spPr>
        <p:txBody>
          <a:bodyPr wrap="square" lIns="0" tIns="0" rIns="0" bIns="0" rtlCol="0" anchor="ctr"/>
          <a:lstStyle/>
          <a:p>
            <a:pPr marL="0" indent="0" algn="ctr">
              <a:buNone/>
            </a:pPr>
            <a:r>
              <a:rPr lang="en-US" sz="1200" b="1" kern="0" spc="120" dirty="0">
                <a:solidFill>
                  <a:srgbClr val="C8A02C"/>
                </a:solidFill>
                <a:latin typeface="Calibri" pitchFamily="34" charset="0"/>
                <a:ea typeface="Calibri" pitchFamily="34" charset="-122"/>
                <a:cs typeface="Calibri" pitchFamily="34" charset="-120"/>
              </a:rPr>
              <a:t>CORE MODULE</a:t>
            </a:r>
            <a:endParaRPr lang="en-US" sz="1200" dirty="0"/>
          </a:p>
        </p:txBody>
      </p:sp>
      <p:sp>
        <p:nvSpPr>
          <p:cNvPr id="14" name="Text 12"/>
          <p:cNvSpPr txBox="1"/>
          <p:nvPr/>
        </p:nvSpPr>
        <p:spPr>
          <a:xfrm>
            <a:off x="6464808" y="2286000"/>
            <a:ext cx="2286000" cy="1005840"/>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&lt; Model / algorithm</a:t>
            </a:r>
            <a:endParaRPr lang="en-US" sz="1200" dirty="0"/>
          </a:p>
          <a:p>
            <a:pPr marL="0" indent="0" algn="ctr">
              <a:buNone/>
            </a:pPr>
            <a:r>
              <a:rPr lang="en-US" sz="1200" dirty="0">
                <a:solidFill>
                  <a:srgbClr val="FFFFFF"/>
                </a:solidFill>
                <a:latin typeface="Calibri" pitchFamily="34" charset="0"/>
                <a:ea typeface="Calibri" pitchFamily="34" charset="-122"/>
                <a:cs typeface="Calibri" pitchFamily="34" charset="-120"/>
              </a:rPr>
              <a:t>that does the work &gt;</a:t>
            </a:r>
            <a:endParaRPr lang="en-US" sz="1200" dirty="0"/>
          </a:p>
        </p:txBody>
      </p:sp>
      <p:sp>
        <p:nvSpPr>
          <p:cNvPr id="15" name="Shape 13"/>
          <p:cNvSpPr/>
          <p:nvPr/>
        </p:nvSpPr>
        <p:spPr>
          <a:xfrm>
            <a:off x="8961120" y="2404872"/>
            <a:ext cx="201168" cy="310896"/>
          </a:xfrm>
          <a:prstGeom prst="rightArrow">
            <a:avLst/>
          </a:prstGeom>
          <a:solidFill>
            <a:srgbClr val="C8A02C"/>
          </a:solidFill>
          <a:ln w="12700">
            <a:solidFill>
              <a:srgbClr val="C8A02C"/>
            </a:solidFill>
            <a:prstDash val="solid"/>
          </a:ln>
        </p:spPr>
        <p:txBody>
          <a:bodyPr/>
          <a:lstStyle/>
          <a:p>
            <a:endParaRPr lang="en-IN"/>
          </a:p>
        </p:txBody>
      </p:sp>
      <p:sp>
        <p:nvSpPr>
          <p:cNvPr id="16" name="Shape 14"/>
          <p:cNvSpPr/>
          <p:nvPr/>
        </p:nvSpPr>
        <p:spPr>
          <a:xfrm>
            <a:off x="9217152" y="1691640"/>
            <a:ext cx="2560320" cy="1737360"/>
          </a:xfrm>
          <a:prstGeom prst="roundRect">
            <a:avLst>
              <a:gd name="adj" fmla="val 4211"/>
            </a:avLst>
          </a:prstGeom>
          <a:solidFill>
            <a:srgbClr val="F1F4F9"/>
          </a:solidFill>
          <a:ln w="12700">
            <a:solidFill>
              <a:srgbClr val="DDE3EC"/>
            </a:solidFill>
            <a:prstDash val="solid"/>
          </a:ln>
        </p:spPr>
        <p:txBody>
          <a:bodyPr/>
          <a:lstStyle/>
          <a:p>
            <a:endParaRPr lang="en-IN"/>
          </a:p>
        </p:txBody>
      </p:sp>
      <p:sp>
        <p:nvSpPr>
          <p:cNvPr id="17" name="Text 15"/>
          <p:cNvSpPr txBox="1"/>
          <p:nvPr/>
        </p:nvSpPr>
        <p:spPr>
          <a:xfrm>
            <a:off x="9354312" y="1920240"/>
            <a:ext cx="2286000" cy="292608"/>
          </a:xfrm>
          <a:prstGeom prst="rect">
            <a:avLst/>
          </a:prstGeom>
          <a:noFill/>
          <a:ln/>
        </p:spPr>
        <p:txBody>
          <a:bodyPr wrap="square" lIns="0" tIns="0" rIns="0" bIns="0" rtlCol="0" anchor="ctr"/>
          <a:lstStyle/>
          <a:p>
            <a:pPr marL="0" indent="0" algn="ctr">
              <a:buNone/>
            </a:pPr>
            <a:r>
              <a:rPr lang="en-US" sz="1200" b="1" kern="0" spc="120" dirty="0">
                <a:solidFill>
                  <a:srgbClr val="1B2A55"/>
                </a:solidFill>
                <a:latin typeface="Calibri" pitchFamily="34" charset="0"/>
                <a:ea typeface="Calibri" pitchFamily="34" charset="-122"/>
                <a:cs typeface="Calibri" pitchFamily="34" charset="-120"/>
              </a:rPr>
              <a:t>OUTPUT</a:t>
            </a:r>
            <a:endParaRPr lang="en-US" sz="1200" dirty="0"/>
          </a:p>
        </p:txBody>
      </p:sp>
      <p:sp>
        <p:nvSpPr>
          <p:cNvPr id="18" name="Text 16"/>
          <p:cNvSpPr txBox="1"/>
          <p:nvPr/>
        </p:nvSpPr>
        <p:spPr>
          <a:xfrm>
            <a:off x="9354312" y="2286000"/>
            <a:ext cx="2286000" cy="1005840"/>
          </a:xfrm>
          <a:prstGeom prst="rect">
            <a:avLst/>
          </a:prstGeom>
          <a:noFill/>
          <a:ln/>
        </p:spPr>
        <p:txBody>
          <a:bodyPr wrap="square" lIns="0" tIns="0" rIns="0" bIns="0" rtlCol="0" anchor="ctr"/>
          <a:lstStyle/>
          <a:p>
            <a:pPr marL="0" indent="0" algn="ctr">
              <a:buNone/>
            </a:pPr>
            <a:r>
              <a:rPr lang="en-US" sz="1200" dirty="0">
                <a:solidFill>
                  <a:srgbClr val="1F2430"/>
                </a:solidFill>
                <a:latin typeface="Calibri" pitchFamily="34" charset="0"/>
                <a:ea typeface="Calibri" pitchFamily="34" charset="-122"/>
                <a:cs typeface="Calibri" pitchFamily="34" charset="-120"/>
              </a:rPr>
              <a:t>&lt; Prediction shown</a:t>
            </a:r>
            <a:endParaRPr lang="en-US" sz="1200" dirty="0"/>
          </a:p>
          <a:p>
            <a:pPr marL="0" indent="0" algn="ctr">
              <a:buNone/>
            </a:pPr>
            <a:r>
              <a:rPr lang="en-US" sz="1200" dirty="0">
                <a:solidFill>
                  <a:srgbClr val="1F2430"/>
                </a:solidFill>
                <a:latin typeface="Calibri" pitchFamily="34" charset="0"/>
                <a:ea typeface="Calibri" pitchFamily="34" charset="-122"/>
                <a:cs typeface="Calibri" pitchFamily="34" charset="-120"/>
              </a:rPr>
              <a:t>in the UI + metrics &gt;</a:t>
            </a:r>
            <a:endParaRPr lang="en-US" sz="1200" dirty="0"/>
          </a:p>
        </p:txBody>
      </p:sp>
      <p:sp>
        <p:nvSpPr>
          <p:cNvPr id="19" name="Shape 17"/>
          <p:cNvSpPr/>
          <p:nvPr/>
        </p:nvSpPr>
        <p:spPr>
          <a:xfrm>
            <a:off x="548640" y="3749040"/>
            <a:ext cx="7315200" cy="2103120"/>
          </a:xfrm>
          <a:prstGeom prst="roundRect">
            <a:avLst>
              <a:gd name="adj" fmla="val 3478"/>
            </a:avLst>
          </a:prstGeom>
          <a:solidFill>
            <a:srgbClr val="FFFFFF"/>
          </a:solidFill>
          <a:ln w="12700">
            <a:solidFill>
              <a:srgbClr val="9AA5B8"/>
            </a:solidFill>
            <a:prstDash val="dash"/>
          </a:ln>
        </p:spPr>
        <p:txBody>
          <a:bodyPr/>
          <a:lstStyle/>
          <a:p>
            <a:endParaRPr lang="en-IN"/>
          </a:p>
        </p:txBody>
      </p:sp>
      <p:sp>
        <p:nvSpPr>
          <p:cNvPr id="20" name="Text 18"/>
          <p:cNvSpPr txBox="1"/>
          <p:nvPr/>
        </p:nvSpPr>
        <p:spPr>
          <a:xfrm>
            <a:off x="685800" y="3749040"/>
            <a:ext cx="7040880" cy="2103120"/>
          </a:xfrm>
          <a:prstGeom prst="rect">
            <a:avLst/>
          </a:prstGeom>
          <a:noFill/>
          <a:ln/>
        </p:spPr>
        <p:txBody>
          <a:bodyPr wrap="square" lIns="0" tIns="0" rIns="0" bIns="0" rtlCol="0" anchor="ctr"/>
          <a:lstStyle/>
          <a:p>
            <a:pPr marL="0" indent="0" algn="ctr">
              <a:buNone/>
            </a:pPr>
            <a:r>
              <a:rPr lang="en-US" sz="1200" dirty="0">
                <a:solidFill>
                  <a:srgbClr val="6B7280"/>
                </a:solidFill>
                <a:latin typeface="Calibri" pitchFamily="34" charset="0"/>
                <a:ea typeface="Calibri" pitchFamily="34" charset="-122"/>
                <a:cs typeface="Calibri" pitchFamily="34" charset="-120"/>
              </a:rPr>
              <a:t>[ Replace this whole row with your own block diagram</a:t>
            </a:r>
            <a:endParaRPr lang="en-US" sz="1200" dirty="0"/>
          </a:p>
          <a:p>
            <a:pPr marL="0" indent="0" algn="ctr">
              <a:buNone/>
            </a:pPr>
            <a:r>
              <a:rPr lang="en-US" sz="1200" dirty="0">
                <a:solidFill>
                  <a:srgbClr val="6B7280"/>
                </a:solidFill>
                <a:latin typeface="Calibri" pitchFamily="34" charset="0"/>
                <a:ea typeface="Calibri" pitchFamily="34" charset="-122"/>
                <a:cs typeface="Calibri" pitchFamily="34" charset="-120"/>
              </a:rPr>
              <a:t>(draw.io / Visio / PowerPoint shapes - not a photo of a whiteboard) ]</a:t>
            </a:r>
            <a:endParaRPr lang="en-US" sz="1200" dirty="0"/>
          </a:p>
        </p:txBody>
      </p:sp>
      <p:sp>
        <p:nvSpPr>
          <p:cNvPr id="21" name="Shape 19"/>
          <p:cNvSpPr/>
          <p:nvPr/>
        </p:nvSpPr>
        <p:spPr>
          <a:xfrm>
            <a:off x="8092440" y="3749040"/>
            <a:ext cx="3520440" cy="2103120"/>
          </a:xfrm>
          <a:prstGeom prst="roundRect">
            <a:avLst>
              <a:gd name="adj" fmla="val 3478"/>
            </a:avLst>
          </a:prstGeom>
          <a:solidFill>
            <a:srgbClr val="FDF6E6"/>
          </a:solidFill>
          <a:ln w="12700">
            <a:solidFill>
              <a:srgbClr val="DDE3EC"/>
            </a:solidFill>
            <a:prstDash val="solid"/>
          </a:ln>
        </p:spPr>
        <p:txBody>
          <a:bodyPr/>
          <a:lstStyle/>
          <a:p>
            <a:endParaRPr lang="en-IN"/>
          </a:p>
        </p:txBody>
      </p:sp>
      <p:sp>
        <p:nvSpPr>
          <p:cNvPr id="22" name="Text 20"/>
          <p:cNvSpPr txBox="1"/>
          <p:nvPr/>
        </p:nvSpPr>
        <p:spPr>
          <a:xfrm>
            <a:off x="8321040" y="3931920"/>
            <a:ext cx="3063240" cy="274320"/>
          </a:xfrm>
          <a:prstGeom prst="rect">
            <a:avLst/>
          </a:prstGeom>
          <a:noFill/>
          <a:ln/>
        </p:spPr>
        <p:txBody>
          <a:bodyPr wrap="square" lIns="0" tIns="0" rIns="0" bIns="0" rtlCol="0" anchor="ctr"/>
          <a:lstStyle/>
          <a:p>
            <a:pPr marL="0" indent="0">
              <a:buNone/>
            </a:pPr>
            <a:r>
              <a:rPr lang="en-US" sz="1350" b="1" dirty="0">
                <a:solidFill>
                  <a:srgbClr val="A4161A"/>
                </a:solidFill>
                <a:latin typeface="Calibri" pitchFamily="34" charset="0"/>
                <a:ea typeface="Calibri" pitchFamily="34" charset="-122"/>
                <a:cs typeface="Calibri" pitchFamily="34" charset="-120"/>
              </a:rPr>
              <a:t>Label every arrow</a:t>
            </a:r>
            <a:endParaRPr lang="en-US" sz="1350" dirty="0"/>
          </a:p>
        </p:txBody>
      </p:sp>
      <p:sp>
        <p:nvSpPr>
          <p:cNvPr id="23" name="Text 21"/>
          <p:cNvSpPr txBox="1"/>
          <p:nvPr/>
        </p:nvSpPr>
        <p:spPr>
          <a:xfrm>
            <a:off x="8321040" y="4251960"/>
            <a:ext cx="3063240" cy="1371600"/>
          </a:xfrm>
          <a:prstGeom prst="rect">
            <a:avLst/>
          </a:prstGeom>
          <a:noFill/>
          <a:ln/>
        </p:spPr>
        <p:txBody>
          <a:bodyPr wrap="square" lIns="0" tIns="0" rIns="0" bIns="0" rtlCol="0" anchor="ctr"/>
          <a:lstStyle/>
          <a:p>
            <a:pPr marL="0" indent="0">
              <a:buNone/>
            </a:pPr>
            <a:r>
              <a:rPr lang="en-US" sz="1200" dirty="0">
                <a:solidFill>
                  <a:srgbClr val="1F2430"/>
                </a:solidFill>
                <a:latin typeface="Calibri" pitchFamily="34" charset="0"/>
                <a:ea typeface="Calibri" pitchFamily="34" charset="-122"/>
                <a:cs typeface="Calibri" pitchFamily="34" charset="-120"/>
              </a:rPr>
              <a:t>Each arrow should say what flows through it - raw image, cleaned CSV, feature vector, JSON response. Unlabelled arrows invite questions you cannot answer.</a:t>
            </a:r>
            <a:endParaRPr lang="en-US" sz="1200" dirty="0"/>
          </a:p>
        </p:txBody>
      </p:sp>
      <p:sp>
        <p:nvSpPr>
          <p:cNvPr id="24" name="Text 22"/>
          <p:cNvSpPr txBox="1"/>
          <p:nvPr/>
        </p:nvSpPr>
        <p:spPr>
          <a:xfrm>
            <a:off x="548640" y="6355080"/>
            <a:ext cx="6400800" cy="274320"/>
          </a:xfrm>
          <a:prstGeom prst="rect">
            <a:avLst/>
          </a:prstGeom>
          <a:noFill/>
          <a:ln/>
        </p:spPr>
        <p:txBody>
          <a:bodyPr wrap="square" lIns="0" tIns="0" rIns="0" bIns="0" rtlCol="0" anchor="ctr"/>
          <a:lstStyle/>
          <a:p>
            <a:pPr marL="0" indent="0">
              <a:buNone/>
            </a:pPr>
            <a:r>
              <a:rPr lang="en-US" sz="950" dirty="0">
                <a:solidFill>
                  <a:srgbClr val="6B7280"/>
                </a:solidFill>
                <a:latin typeface="Calibri" pitchFamily="34" charset="0"/>
                <a:ea typeface="Calibri" pitchFamily="34" charset="-122"/>
                <a:cs typeface="Calibri" pitchFamily="34" charset="-120"/>
              </a:rPr>
              <a:t>Dept. of CSE  |  KL University, Bachupally Campus</a:t>
            </a:r>
            <a:endParaRPr lang="en-US" sz="950" dirty="0"/>
          </a:p>
        </p:txBody>
      </p:sp>
      <p:sp>
        <p:nvSpPr>
          <p:cNvPr id="25" name="Text 23"/>
          <p:cNvSpPr txBox="1"/>
          <p:nvPr/>
        </p:nvSpPr>
        <p:spPr>
          <a:xfrm>
            <a:off x="11064240" y="6355080"/>
            <a:ext cx="548640" cy="274320"/>
          </a:xfrm>
          <a:prstGeom prst="rect">
            <a:avLst/>
          </a:prstGeom>
          <a:noFill/>
          <a:ln/>
        </p:spPr>
        <p:txBody>
          <a:bodyPr wrap="square" lIns="0" tIns="0" rIns="0" bIns="0" rtlCol="0" anchor="ctr"/>
          <a:lstStyle/>
          <a:p>
            <a:pPr marL="0" indent="0" algn="r">
              <a:buNone/>
            </a:pPr>
            <a:r>
              <a:rPr lang="en-US" sz="950" dirty="0">
                <a:solidFill>
                  <a:srgbClr val="6B7280"/>
                </a:solidFill>
                <a:latin typeface="Calibri" pitchFamily="34" charset="0"/>
                <a:ea typeface="Calibri" pitchFamily="34" charset="-122"/>
                <a:cs typeface="Calibri" pitchFamily="34" charset="-120"/>
              </a:rPr>
              <a:t>8</a:t>
            </a:r>
            <a:endParaRPr lang="en-US" sz="950" dirty="0"/>
          </a:p>
        </p:txBody>
      </p:sp>
      <p:pic>
        <p:nvPicPr>
          <p:cNvPr id="31" name="Picture 30">
            <a:extLst>
              <a:ext uri="{FF2B5EF4-FFF2-40B4-BE49-F238E27FC236}">
                <a16:creationId xmlns:a16="http://schemas.microsoft.com/office/drawing/2014/main" id="{C0E3FECE-6A3A-8DE7-7FAC-4A23ACF9EBDC}"/>
              </a:ext>
            </a:extLst>
          </p:cNvPr>
          <p:cNvPicPr>
            <a:picLocks noChangeAspect="1"/>
          </p:cNvPicPr>
          <p:nvPr/>
        </p:nvPicPr>
        <p:blipFill>
          <a:blip r:embed="rId3"/>
          <a:stretch>
            <a:fillRect/>
          </a:stretch>
        </p:blipFill>
        <p:spPr>
          <a:xfrm>
            <a:off x="15762" y="0"/>
            <a:ext cx="12176237"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47472"/>
            <a:ext cx="10515600" cy="256032"/>
          </a:xfrm>
          <a:prstGeom prst="rect">
            <a:avLst/>
          </a:prstGeom>
          <a:noFill/>
          <a:ln/>
        </p:spPr>
        <p:txBody>
          <a:bodyPr wrap="square" lIns="0" tIns="0" rIns="0" bIns="0" rtlCol="0" anchor="ctr"/>
          <a:lstStyle/>
          <a:p>
            <a:pPr marL="0" indent="0">
              <a:buNone/>
            </a:pPr>
            <a:r>
              <a:rPr lang="en-US" sz="1050" b="1" kern="0" spc="200" dirty="0">
                <a:solidFill>
                  <a:srgbClr val="C8A02C"/>
                </a:solidFill>
                <a:latin typeface="Calibri" pitchFamily="34" charset="0"/>
                <a:ea typeface="Calibri" pitchFamily="34" charset="-122"/>
                <a:cs typeface="Calibri" pitchFamily="34" charset="-120"/>
              </a:rPr>
              <a:t>SECTION 7</a:t>
            </a:r>
            <a:endParaRPr lang="en-US" sz="105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marL="0" indent="0">
              <a:buNone/>
            </a:pPr>
            <a:r>
              <a:rPr lang="en-US" sz="3100" b="1" dirty="0">
                <a:solidFill>
                  <a:srgbClr val="1B2A55"/>
                </a:solidFill>
                <a:latin typeface="Cambria" pitchFamily="34" charset="0"/>
                <a:ea typeface="Cambria" pitchFamily="34" charset="-122"/>
                <a:cs typeface="Cambria" pitchFamily="34" charset="-120"/>
              </a:rPr>
              <a:t>Methodology &amp; Modules</a:t>
            </a:r>
            <a:endParaRPr lang="en-US" sz="3100" dirty="0"/>
          </a:p>
        </p:txBody>
      </p:sp>
      <p:sp>
        <p:nvSpPr>
          <p:cNvPr id="4" name="Shape 2"/>
          <p:cNvSpPr/>
          <p:nvPr/>
        </p:nvSpPr>
        <p:spPr>
          <a:xfrm>
            <a:off x="548640" y="1463040"/>
            <a:ext cx="5349240" cy="1965960"/>
          </a:xfrm>
          <a:prstGeom prst="roundRect">
            <a:avLst>
              <a:gd name="adj" fmla="val 3721"/>
            </a:avLst>
          </a:prstGeom>
          <a:solidFill>
            <a:srgbClr val="F1F4F9"/>
          </a:solidFill>
          <a:ln w="12700">
            <a:solidFill>
              <a:srgbClr val="DDE3EC"/>
            </a:solidFill>
            <a:prstDash val="solid"/>
          </a:ln>
        </p:spPr>
        <p:txBody>
          <a:bodyPr/>
          <a:lstStyle/>
          <a:p>
            <a:endParaRPr lang="en-IN"/>
          </a:p>
        </p:txBody>
      </p:sp>
      <p:sp>
        <p:nvSpPr>
          <p:cNvPr id="5" name="Shape 3"/>
          <p:cNvSpPr/>
          <p:nvPr/>
        </p:nvSpPr>
        <p:spPr>
          <a:xfrm>
            <a:off x="822960" y="1737360"/>
            <a:ext cx="411480" cy="411480"/>
          </a:xfrm>
          <a:prstGeom prst="ellipse">
            <a:avLst/>
          </a:prstGeom>
          <a:solidFill>
            <a:srgbClr val="1B2A55"/>
          </a:solidFill>
          <a:ln/>
        </p:spPr>
        <p:txBody>
          <a:bodyPr/>
          <a:lstStyle/>
          <a:p>
            <a:endParaRPr lang="en-IN"/>
          </a:p>
        </p:txBody>
      </p:sp>
      <p:sp>
        <p:nvSpPr>
          <p:cNvPr id="6" name="Text 4"/>
          <p:cNvSpPr txBox="1"/>
          <p:nvPr/>
        </p:nvSpPr>
        <p:spPr>
          <a:xfrm>
            <a:off x="822960" y="1737360"/>
            <a:ext cx="411480" cy="411480"/>
          </a:xfrm>
          <a:prstGeom prst="rect">
            <a:avLst/>
          </a:prstGeom>
          <a:noFill/>
          <a:ln/>
        </p:spPr>
        <p:txBody>
          <a:bodyPr wrap="square" lIns="0" tIns="0" rIns="0" bIns="0" rtlCol="0" anchor="ctr"/>
          <a:lstStyle/>
          <a:p>
            <a:pPr marL="0" indent="0" algn="ctr">
              <a:buNone/>
            </a:pPr>
            <a:r>
              <a:rPr lang="en-US" sz="1300" b="1" dirty="0">
                <a:solidFill>
                  <a:srgbClr val="C8A02C"/>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417320" y="1755648"/>
            <a:ext cx="4206240" cy="384048"/>
          </a:xfrm>
          <a:prstGeom prst="rect">
            <a:avLst/>
          </a:prstGeom>
          <a:noFill/>
          <a:ln/>
        </p:spPr>
        <p:txBody>
          <a:bodyPr wrap="square" lIns="0" tIns="0" rIns="0" bIns="0" rtlCol="0" anchor="ctr"/>
          <a:lstStyle/>
          <a:p>
            <a:pPr marL="0" indent="0">
              <a:buNone/>
            </a:pPr>
            <a:r>
              <a:rPr lang="en-US" sz="1600" b="1" dirty="0">
                <a:solidFill>
                  <a:srgbClr val="1B2A55"/>
                </a:solidFill>
                <a:latin typeface="Calibri" pitchFamily="34" charset="0"/>
                <a:ea typeface="Calibri" pitchFamily="34" charset="-122"/>
                <a:cs typeface="Calibri" pitchFamily="34" charset="-120"/>
              </a:rPr>
              <a:t>Module 1 - Data</a:t>
            </a:r>
            <a:endParaRPr lang="en-US" sz="1600" dirty="0"/>
          </a:p>
        </p:txBody>
      </p:sp>
      <p:sp>
        <p:nvSpPr>
          <p:cNvPr id="8" name="Text 6"/>
          <p:cNvSpPr txBox="1"/>
          <p:nvPr/>
        </p:nvSpPr>
        <p:spPr>
          <a:xfrm>
            <a:off x="822960" y="2331720"/>
            <a:ext cx="4800600" cy="914400"/>
          </a:xfrm>
          <a:prstGeom prst="rect">
            <a:avLst/>
          </a:prstGeom>
          <a:noFill/>
          <a:ln/>
        </p:spPr>
        <p:txBody>
          <a:bodyPr wrap="square" lIns="0" tIns="0" rIns="0" bIns="0" rtlCol="0" anchor="ctr"/>
          <a:lstStyle/>
          <a:p>
            <a:r>
              <a:rPr lang="en-IN" sz="1400" dirty="0"/>
              <a:t>Credit card transaction dataset containing transaction time, amount, transaction features (V1–V28), and fraud/legitimate labels. The dataset is divided into training and testing data.</a:t>
            </a:r>
          </a:p>
          <a:p>
            <a:pPr marL="0" indent="0">
              <a:buNone/>
            </a:pPr>
            <a:endParaRPr lang="en-US" sz="1300" dirty="0"/>
          </a:p>
        </p:txBody>
      </p:sp>
      <p:sp>
        <p:nvSpPr>
          <p:cNvPr id="9" name="Shape 7"/>
          <p:cNvSpPr/>
          <p:nvPr/>
        </p:nvSpPr>
        <p:spPr>
          <a:xfrm>
            <a:off x="6217920" y="1463040"/>
            <a:ext cx="5349240" cy="1965960"/>
          </a:xfrm>
          <a:prstGeom prst="roundRect">
            <a:avLst>
              <a:gd name="adj" fmla="val 3721"/>
            </a:avLst>
          </a:prstGeom>
          <a:solidFill>
            <a:srgbClr val="F1F4F9"/>
          </a:solidFill>
          <a:ln w="12700">
            <a:solidFill>
              <a:srgbClr val="DDE3EC"/>
            </a:solidFill>
            <a:prstDash val="solid"/>
          </a:ln>
        </p:spPr>
        <p:txBody>
          <a:bodyPr/>
          <a:lstStyle/>
          <a:p>
            <a:endParaRPr lang="en-IN"/>
          </a:p>
        </p:txBody>
      </p:sp>
      <p:sp>
        <p:nvSpPr>
          <p:cNvPr id="10" name="Shape 8"/>
          <p:cNvSpPr/>
          <p:nvPr/>
        </p:nvSpPr>
        <p:spPr>
          <a:xfrm>
            <a:off x="6492240" y="1737360"/>
            <a:ext cx="411480" cy="411480"/>
          </a:xfrm>
          <a:prstGeom prst="ellipse">
            <a:avLst/>
          </a:prstGeom>
          <a:solidFill>
            <a:srgbClr val="1B2A55"/>
          </a:solidFill>
          <a:ln/>
        </p:spPr>
        <p:txBody>
          <a:bodyPr/>
          <a:lstStyle/>
          <a:p>
            <a:endParaRPr lang="en-IN"/>
          </a:p>
        </p:txBody>
      </p:sp>
      <p:sp>
        <p:nvSpPr>
          <p:cNvPr id="11" name="Text 9"/>
          <p:cNvSpPr txBox="1"/>
          <p:nvPr/>
        </p:nvSpPr>
        <p:spPr>
          <a:xfrm>
            <a:off x="6492240" y="1737360"/>
            <a:ext cx="411480" cy="411480"/>
          </a:xfrm>
          <a:prstGeom prst="rect">
            <a:avLst/>
          </a:prstGeom>
          <a:noFill/>
          <a:ln/>
        </p:spPr>
        <p:txBody>
          <a:bodyPr wrap="square" lIns="0" tIns="0" rIns="0" bIns="0" rtlCol="0" anchor="ctr"/>
          <a:lstStyle/>
          <a:p>
            <a:pPr marL="0" indent="0" algn="ctr">
              <a:buNone/>
            </a:pPr>
            <a:r>
              <a:rPr lang="en-US" sz="1300" b="1" dirty="0">
                <a:solidFill>
                  <a:srgbClr val="C8A02C"/>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7086600" y="1755648"/>
            <a:ext cx="4206240" cy="384048"/>
          </a:xfrm>
          <a:prstGeom prst="rect">
            <a:avLst/>
          </a:prstGeom>
          <a:noFill/>
          <a:ln/>
        </p:spPr>
        <p:txBody>
          <a:bodyPr wrap="square" lIns="0" tIns="0" rIns="0" bIns="0" rtlCol="0" anchor="ctr"/>
          <a:lstStyle/>
          <a:p>
            <a:pPr marL="0" indent="0">
              <a:buNone/>
            </a:pPr>
            <a:r>
              <a:rPr lang="en-US" sz="1600" b="1" dirty="0">
                <a:solidFill>
                  <a:srgbClr val="1B2A55"/>
                </a:solidFill>
                <a:latin typeface="Calibri" pitchFamily="34" charset="0"/>
                <a:ea typeface="Calibri" pitchFamily="34" charset="-122"/>
                <a:cs typeface="Calibri" pitchFamily="34" charset="-120"/>
              </a:rPr>
              <a:t>Module 2 - Processing</a:t>
            </a:r>
            <a:endParaRPr lang="en-US" sz="1600" dirty="0"/>
          </a:p>
        </p:txBody>
      </p:sp>
      <p:sp>
        <p:nvSpPr>
          <p:cNvPr id="13" name="Text 11"/>
          <p:cNvSpPr txBox="1"/>
          <p:nvPr/>
        </p:nvSpPr>
        <p:spPr>
          <a:xfrm>
            <a:off x="6492240" y="2331720"/>
            <a:ext cx="4800600" cy="914400"/>
          </a:xfrm>
          <a:prstGeom prst="rect">
            <a:avLst/>
          </a:prstGeom>
          <a:noFill/>
          <a:ln/>
        </p:spPr>
        <p:txBody>
          <a:bodyPr wrap="square" lIns="0" tIns="0" rIns="0" bIns="0" rtlCol="0" anchor="ctr"/>
          <a:lstStyle/>
          <a:p>
            <a:r>
              <a:rPr lang="en-IN" sz="1400" dirty="0"/>
              <a:t>Data cleaning</a:t>
            </a:r>
            <a:r>
              <a:rPr lang="en-IN" sz="1400" b="1" dirty="0"/>
              <a:t>, </a:t>
            </a:r>
            <a:r>
              <a:rPr lang="en-IN" sz="1400" dirty="0"/>
              <a:t>handling missing values, feature scaling, class balancing, and preparation of data for the ML model.</a:t>
            </a:r>
            <a:endParaRPr lang="en-US" sz="1300" dirty="0"/>
          </a:p>
        </p:txBody>
      </p:sp>
      <p:sp>
        <p:nvSpPr>
          <p:cNvPr id="14" name="Shape 12"/>
          <p:cNvSpPr/>
          <p:nvPr/>
        </p:nvSpPr>
        <p:spPr>
          <a:xfrm>
            <a:off x="548640" y="3703320"/>
            <a:ext cx="5349240" cy="1965960"/>
          </a:xfrm>
          <a:prstGeom prst="roundRect">
            <a:avLst>
              <a:gd name="adj" fmla="val 3721"/>
            </a:avLst>
          </a:prstGeom>
          <a:solidFill>
            <a:srgbClr val="F1F4F9"/>
          </a:solidFill>
          <a:ln w="12700">
            <a:solidFill>
              <a:srgbClr val="DDE3EC"/>
            </a:solidFill>
            <a:prstDash val="solid"/>
          </a:ln>
        </p:spPr>
        <p:txBody>
          <a:bodyPr/>
          <a:lstStyle/>
          <a:p>
            <a:endParaRPr lang="en-IN"/>
          </a:p>
        </p:txBody>
      </p:sp>
      <p:sp>
        <p:nvSpPr>
          <p:cNvPr id="15" name="Shape 13"/>
          <p:cNvSpPr/>
          <p:nvPr/>
        </p:nvSpPr>
        <p:spPr>
          <a:xfrm>
            <a:off x="822960" y="3977640"/>
            <a:ext cx="411480" cy="411480"/>
          </a:xfrm>
          <a:prstGeom prst="ellipse">
            <a:avLst/>
          </a:prstGeom>
          <a:solidFill>
            <a:srgbClr val="1B2A55"/>
          </a:solidFill>
          <a:ln/>
        </p:spPr>
        <p:txBody>
          <a:bodyPr/>
          <a:lstStyle/>
          <a:p>
            <a:endParaRPr lang="en-IN"/>
          </a:p>
        </p:txBody>
      </p:sp>
      <p:sp>
        <p:nvSpPr>
          <p:cNvPr id="16" name="Text 14"/>
          <p:cNvSpPr txBox="1"/>
          <p:nvPr/>
        </p:nvSpPr>
        <p:spPr>
          <a:xfrm>
            <a:off x="822960" y="3977640"/>
            <a:ext cx="411480" cy="411480"/>
          </a:xfrm>
          <a:prstGeom prst="rect">
            <a:avLst/>
          </a:prstGeom>
          <a:noFill/>
          <a:ln/>
        </p:spPr>
        <p:txBody>
          <a:bodyPr wrap="square" lIns="0" tIns="0" rIns="0" bIns="0" rtlCol="0" anchor="ctr"/>
          <a:lstStyle/>
          <a:p>
            <a:pPr marL="0" indent="0" algn="ctr">
              <a:buNone/>
            </a:pPr>
            <a:r>
              <a:rPr lang="en-US" sz="1300" b="1" dirty="0">
                <a:solidFill>
                  <a:srgbClr val="C8A02C"/>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1417320" y="3995928"/>
            <a:ext cx="4206240" cy="384048"/>
          </a:xfrm>
          <a:prstGeom prst="rect">
            <a:avLst/>
          </a:prstGeom>
          <a:noFill/>
          <a:ln/>
        </p:spPr>
        <p:txBody>
          <a:bodyPr wrap="square" lIns="0" tIns="0" rIns="0" bIns="0" rtlCol="0" anchor="ctr"/>
          <a:lstStyle/>
          <a:p>
            <a:pPr marL="0" indent="0">
              <a:buNone/>
            </a:pPr>
            <a:r>
              <a:rPr lang="en-US" sz="1600" b="1" dirty="0">
                <a:solidFill>
                  <a:srgbClr val="1B2A55"/>
                </a:solidFill>
                <a:latin typeface="Calibri" pitchFamily="34" charset="0"/>
                <a:ea typeface="Calibri" pitchFamily="34" charset="-122"/>
                <a:cs typeface="Calibri" pitchFamily="34" charset="-120"/>
              </a:rPr>
              <a:t>Module 3 - Core Logic</a:t>
            </a:r>
            <a:endParaRPr lang="en-US" sz="1600" dirty="0"/>
          </a:p>
        </p:txBody>
      </p:sp>
      <p:sp>
        <p:nvSpPr>
          <p:cNvPr id="18" name="Text 16"/>
          <p:cNvSpPr txBox="1"/>
          <p:nvPr/>
        </p:nvSpPr>
        <p:spPr>
          <a:xfrm>
            <a:off x="822960" y="4572000"/>
            <a:ext cx="4800600" cy="914400"/>
          </a:xfrm>
          <a:prstGeom prst="rect">
            <a:avLst/>
          </a:prstGeom>
          <a:noFill/>
          <a:ln/>
        </p:spPr>
        <p:txBody>
          <a:bodyPr wrap="square" lIns="0" tIns="0" rIns="0" bIns="0" rtlCol="0" anchor="ctr"/>
          <a:lstStyle/>
          <a:p>
            <a:r>
              <a:rPr lang="en-IN" sz="1400" dirty="0"/>
              <a:t>Machine Learning model analyses transaction patterns and classifies transactions as Fraudulent or Legitimate, along with fraud probability/risk score.</a:t>
            </a:r>
            <a:endParaRPr lang="en-US" sz="1300" dirty="0"/>
          </a:p>
        </p:txBody>
      </p:sp>
      <p:sp>
        <p:nvSpPr>
          <p:cNvPr id="19" name="Shape 17"/>
          <p:cNvSpPr/>
          <p:nvPr/>
        </p:nvSpPr>
        <p:spPr>
          <a:xfrm>
            <a:off x="6217920" y="3703320"/>
            <a:ext cx="5349240" cy="1965960"/>
          </a:xfrm>
          <a:prstGeom prst="roundRect">
            <a:avLst>
              <a:gd name="adj" fmla="val 3721"/>
            </a:avLst>
          </a:prstGeom>
          <a:solidFill>
            <a:srgbClr val="F1F4F9"/>
          </a:solidFill>
          <a:ln w="12700">
            <a:solidFill>
              <a:srgbClr val="DDE3EC"/>
            </a:solidFill>
            <a:prstDash val="solid"/>
          </a:ln>
        </p:spPr>
        <p:txBody>
          <a:bodyPr/>
          <a:lstStyle/>
          <a:p>
            <a:endParaRPr lang="en-IN"/>
          </a:p>
        </p:txBody>
      </p:sp>
      <p:sp>
        <p:nvSpPr>
          <p:cNvPr id="20" name="Shape 18"/>
          <p:cNvSpPr/>
          <p:nvPr/>
        </p:nvSpPr>
        <p:spPr>
          <a:xfrm>
            <a:off x="6492240" y="3977640"/>
            <a:ext cx="411480" cy="411480"/>
          </a:xfrm>
          <a:prstGeom prst="ellipse">
            <a:avLst/>
          </a:prstGeom>
          <a:solidFill>
            <a:srgbClr val="1B2A55"/>
          </a:solidFill>
          <a:ln/>
        </p:spPr>
        <p:txBody>
          <a:bodyPr/>
          <a:lstStyle/>
          <a:p>
            <a:endParaRPr lang="en-IN"/>
          </a:p>
        </p:txBody>
      </p:sp>
      <p:sp>
        <p:nvSpPr>
          <p:cNvPr id="21" name="Text 19"/>
          <p:cNvSpPr txBox="1"/>
          <p:nvPr/>
        </p:nvSpPr>
        <p:spPr>
          <a:xfrm>
            <a:off x="6492240" y="3977640"/>
            <a:ext cx="411480" cy="411480"/>
          </a:xfrm>
          <a:prstGeom prst="rect">
            <a:avLst/>
          </a:prstGeom>
          <a:noFill/>
          <a:ln/>
        </p:spPr>
        <p:txBody>
          <a:bodyPr wrap="square" lIns="0" tIns="0" rIns="0" bIns="0" rtlCol="0" anchor="ctr"/>
          <a:lstStyle/>
          <a:p>
            <a:pPr marL="0" indent="0" algn="ctr">
              <a:buNone/>
            </a:pPr>
            <a:r>
              <a:rPr lang="en-US" sz="1300" b="1" dirty="0">
                <a:solidFill>
                  <a:srgbClr val="C8A02C"/>
                </a:solidFill>
                <a:latin typeface="Calibri" pitchFamily="34" charset="0"/>
                <a:ea typeface="Calibri" pitchFamily="34" charset="-122"/>
                <a:cs typeface="Calibri" pitchFamily="34" charset="-120"/>
              </a:rPr>
              <a:t>4</a:t>
            </a:r>
            <a:endParaRPr lang="en-US" sz="1300" dirty="0"/>
          </a:p>
        </p:txBody>
      </p:sp>
      <p:sp>
        <p:nvSpPr>
          <p:cNvPr id="22" name="Text 20"/>
          <p:cNvSpPr txBox="1"/>
          <p:nvPr/>
        </p:nvSpPr>
        <p:spPr>
          <a:xfrm>
            <a:off x="7086600" y="3995928"/>
            <a:ext cx="4206240" cy="384048"/>
          </a:xfrm>
          <a:prstGeom prst="rect">
            <a:avLst/>
          </a:prstGeom>
          <a:noFill/>
          <a:ln/>
        </p:spPr>
        <p:txBody>
          <a:bodyPr wrap="square" lIns="0" tIns="0" rIns="0" bIns="0" rtlCol="0" anchor="ctr"/>
          <a:lstStyle/>
          <a:p>
            <a:pPr marL="0" indent="0">
              <a:buNone/>
            </a:pPr>
            <a:r>
              <a:rPr lang="en-US" sz="1600" b="1" dirty="0">
                <a:solidFill>
                  <a:srgbClr val="1B2A55"/>
                </a:solidFill>
                <a:latin typeface="Calibri" pitchFamily="34" charset="0"/>
                <a:ea typeface="Calibri" pitchFamily="34" charset="-122"/>
                <a:cs typeface="Calibri" pitchFamily="34" charset="-120"/>
              </a:rPr>
              <a:t>Module 4 - Interface</a:t>
            </a:r>
            <a:endParaRPr lang="en-US" sz="1600" dirty="0"/>
          </a:p>
        </p:txBody>
      </p:sp>
      <p:sp>
        <p:nvSpPr>
          <p:cNvPr id="23" name="Text 21"/>
          <p:cNvSpPr txBox="1"/>
          <p:nvPr/>
        </p:nvSpPr>
        <p:spPr>
          <a:xfrm>
            <a:off x="6492240" y="4572000"/>
            <a:ext cx="4800600" cy="914400"/>
          </a:xfrm>
          <a:prstGeom prst="rect">
            <a:avLst/>
          </a:prstGeom>
          <a:noFill/>
          <a:ln/>
        </p:spPr>
        <p:txBody>
          <a:bodyPr wrap="square" lIns="0" tIns="0" rIns="0" bIns="0" rtlCol="0" anchor="ctr"/>
          <a:lstStyle/>
          <a:p>
            <a:r>
              <a:rPr lang="en-IN" sz="1400" b="1" dirty="0"/>
              <a:t>Frontend:</a:t>
            </a:r>
            <a:r>
              <a:rPr lang="en-IN" sz="1400" dirty="0"/>
              <a:t> HTML, CSS, JavaScript</a:t>
            </a:r>
            <a:br>
              <a:rPr lang="en-IN" sz="1400" dirty="0"/>
            </a:br>
            <a:r>
              <a:rPr lang="en-IN" sz="1400" b="1" dirty="0"/>
              <a:t>Backend:</a:t>
            </a:r>
            <a:r>
              <a:rPr lang="en-IN" sz="1400" dirty="0"/>
              <a:t> Python Flask</a:t>
            </a:r>
            <a:br>
              <a:rPr lang="en-IN" sz="1400" dirty="0"/>
            </a:br>
            <a:r>
              <a:rPr lang="en-IN" sz="1400" dirty="0"/>
              <a:t>The user enters transaction details and views fraud results, alerts, transaction history, and analytics through the web dashboard.</a:t>
            </a:r>
            <a:endParaRPr lang="en-US" sz="1300" dirty="0"/>
          </a:p>
        </p:txBody>
      </p:sp>
      <p:sp>
        <p:nvSpPr>
          <p:cNvPr id="24" name="Text 22"/>
          <p:cNvSpPr txBox="1"/>
          <p:nvPr/>
        </p:nvSpPr>
        <p:spPr>
          <a:xfrm>
            <a:off x="548640" y="6355080"/>
            <a:ext cx="6400800" cy="274320"/>
          </a:xfrm>
          <a:prstGeom prst="rect">
            <a:avLst/>
          </a:prstGeom>
          <a:noFill/>
          <a:ln/>
        </p:spPr>
        <p:txBody>
          <a:bodyPr wrap="square" lIns="0" tIns="0" rIns="0" bIns="0" rtlCol="0" anchor="ctr"/>
          <a:lstStyle/>
          <a:p>
            <a:pPr marL="0" indent="0">
              <a:buNone/>
            </a:pPr>
            <a:r>
              <a:rPr lang="en-US" sz="950" dirty="0">
                <a:solidFill>
                  <a:srgbClr val="6B7280"/>
                </a:solidFill>
                <a:latin typeface="Calibri" pitchFamily="34" charset="0"/>
                <a:ea typeface="Calibri" pitchFamily="34" charset="-122"/>
                <a:cs typeface="Calibri" pitchFamily="34" charset="-120"/>
              </a:rPr>
              <a:t>Dept. of CSE  |  KL University, Bachupally Campus</a:t>
            </a:r>
            <a:endParaRPr lang="en-US" sz="950" dirty="0"/>
          </a:p>
        </p:txBody>
      </p:sp>
      <p:sp>
        <p:nvSpPr>
          <p:cNvPr id="25" name="Text 23"/>
          <p:cNvSpPr txBox="1"/>
          <p:nvPr/>
        </p:nvSpPr>
        <p:spPr>
          <a:xfrm>
            <a:off x="11064240" y="6355080"/>
            <a:ext cx="548640" cy="274320"/>
          </a:xfrm>
          <a:prstGeom prst="rect">
            <a:avLst/>
          </a:prstGeom>
          <a:noFill/>
          <a:ln/>
        </p:spPr>
        <p:txBody>
          <a:bodyPr wrap="square" lIns="0" tIns="0" rIns="0" bIns="0" rtlCol="0" anchor="ctr"/>
          <a:lstStyle/>
          <a:p>
            <a:pPr marL="0" indent="0" algn="r">
              <a:buNone/>
            </a:pPr>
            <a:r>
              <a:rPr lang="en-US" sz="950" dirty="0">
                <a:solidFill>
                  <a:srgbClr val="6B7280"/>
                </a:solidFill>
                <a:latin typeface="Calibri" pitchFamily="34" charset="0"/>
                <a:ea typeface="Calibri" pitchFamily="34" charset="-122"/>
                <a:cs typeface="Calibri" pitchFamily="34" charset="-120"/>
              </a:rPr>
              <a:t>9</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47472"/>
            <a:ext cx="10515600" cy="256032"/>
          </a:xfrm>
          <a:prstGeom prst="rect">
            <a:avLst/>
          </a:prstGeom>
          <a:noFill/>
          <a:ln/>
        </p:spPr>
        <p:txBody>
          <a:bodyPr wrap="square" lIns="0" tIns="0" rIns="0" bIns="0" rtlCol="0" anchor="ctr"/>
          <a:lstStyle/>
          <a:p>
            <a:pPr marL="0" indent="0">
              <a:buNone/>
            </a:pPr>
            <a:r>
              <a:rPr lang="en-US" sz="1050" b="1" kern="0" spc="200" dirty="0">
                <a:solidFill>
                  <a:srgbClr val="C8A02C"/>
                </a:solidFill>
                <a:latin typeface="Calibri" pitchFamily="34" charset="0"/>
                <a:ea typeface="Calibri" pitchFamily="34" charset="-122"/>
                <a:cs typeface="Calibri" pitchFamily="34" charset="-120"/>
              </a:rPr>
              <a:t>SECTION 8</a:t>
            </a:r>
            <a:endParaRPr lang="en-US" sz="105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marL="0" indent="0">
              <a:buNone/>
            </a:pPr>
            <a:r>
              <a:rPr lang="en-US" sz="3100" b="1" dirty="0">
                <a:solidFill>
                  <a:srgbClr val="1B2A55"/>
                </a:solidFill>
                <a:latin typeface="Cambria" pitchFamily="34" charset="0"/>
                <a:ea typeface="Cambria" pitchFamily="34" charset="-122"/>
                <a:cs typeface="Cambria" pitchFamily="34" charset="-120"/>
              </a:rPr>
              <a:t>Tools and Technologies</a:t>
            </a:r>
            <a:endParaRPr lang="en-US" sz="3100" dirty="0"/>
          </a:p>
        </p:txBody>
      </p:sp>
      <p:sp>
        <p:nvSpPr>
          <p:cNvPr id="4" name="Shape 2"/>
          <p:cNvSpPr/>
          <p:nvPr/>
        </p:nvSpPr>
        <p:spPr>
          <a:xfrm>
            <a:off x="548640" y="1463040"/>
            <a:ext cx="5349240" cy="4114800"/>
          </a:xfrm>
          <a:prstGeom prst="roundRect">
            <a:avLst>
              <a:gd name="adj" fmla="val 1778"/>
            </a:avLst>
          </a:prstGeom>
          <a:solidFill>
            <a:srgbClr val="F1F4F9"/>
          </a:solidFill>
          <a:ln w="12700">
            <a:solidFill>
              <a:srgbClr val="DDE3EC"/>
            </a:solidFill>
            <a:prstDash val="solid"/>
          </a:ln>
        </p:spPr>
        <p:txBody>
          <a:bodyPr/>
          <a:lstStyle/>
          <a:p>
            <a:endParaRPr lang="en-IN"/>
          </a:p>
        </p:txBody>
      </p:sp>
      <p:sp>
        <p:nvSpPr>
          <p:cNvPr id="5" name="Text 3"/>
          <p:cNvSpPr txBox="1"/>
          <p:nvPr/>
        </p:nvSpPr>
        <p:spPr>
          <a:xfrm>
            <a:off x="868680" y="1691640"/>
            <a:ext cx="4709160" cy="320040"/>
          </a:xfrm>
          <a:prstGeom prst="rect">
            <a:avLst/>
          </a:prstGeom>
          <a:noFill/>
          <a:ln/>
        </p:spPr>
        <p:txBody>
          <a:bodyPr wrap="square" lIns="0" tIns="0" rIns="0" bIns="0" rtlCol="0" anchor="ctr"/>
          <a:lstStyle/>
          <a:p>
            <a:pPr marL="0" indent="0">
              <a:buNone/>
            </a:pPr>
            <a:r>
              <a:rPr lang="en-US" sz="1200" b="1" kern="0" spc="180" dirty="0">
                <a:solidFill>
                  <a:srgbClr val="C8A02C"/>
                </a:solidFill>
                <a:latin typeface="Calibri" pitchFamily="34" charset="0"/>
                <a:ea typeface="Calibri" pitchFamily="34" charset="-122"/>
                <a:cs typeface="Calibri" pitchFamily="34" charset="-120"/>
              </a:rPr>
              <a:t>SOFTWARE</a:t>
            </a:r>
            <a:endParaRPr lang="en-US" sz="1200" dirty="0"/>
          </a:p>
        </p:txBody>
      </p:sp>
      <p:sp>
        <p:nvSpPr>
          <p:cNvPr id="6" name="Text 4"/>
          <p:cNvSpPr txBox="1"/>
          <p:nvPr/>
        </p:nvSpPr>
        <p:spPr>
          <a:xfrm>
            <a:off x="868680" y="2103120"/>
            <a:ext cx="4709160" cy="3200400"/>
          </a:xfrm>
          <a:prstGeom prst="rect">
            <a:avLst/>
          </a:prstGeom>
          <a:noFill/>
          <a:ln/>
        </p:spPr>
        <p:txBody>
          <a:bodyPr wrap="square" lIns="0" tIns="0" rIns="0" bIns="0" rtlCol="0" anchor="ctr"/>
          <a:lstStyle/>
          <a:p>
            <a:pPr lvl="0"/>
            <a:r>
              <a:rPr lang="en-IN" sz="2000" b="1" dirty="0"/>
              <a:t>Language:</a:t>
            </a:r>
            <a:r>
              <a:rPr lang="en-IN" sz="2000" dirty="0"/>
              <a:t> Python 3.11 </a:t>
            </a:r>
          </a:p>
          <a:p>
            <a:pPr lvl="0"/>
            <a:r>
              <a:rPr lang="en-IN" sz="2000" b="1" dirty="0"/>
              <a:t>Libraries:</a:t>
            </a:r>
            <a:r>
              <a:rPr lang="en-IN" sz="2000" dirty="0"/>
              <a:t> Pandas, NumPy, Scikit-learn, Joblib </a:t>
            </a:r>
          </a:p>
          <a:p>
            <a:pPr lvl="0"/>
            <a:r>
              <a:rPr lang="en-IN" sz="2000" b="1" dirty="0"/>
              <a:t>Front End:</a:t>
            </a:r>
            <a:r>
              <a:rPr lang="en-IN" sz="2000" dirty="0"/>
              <a:t> HTML, CSS, JavaScript </a:t>
            </a:r>
          </a:p>
          <a:p>
            <a:pPr lvl="0"/>
            <a:r>
              <a:rPr lang="en-IN" sz="2000" b="1" dirty="0"/>
              <a:t>Back End:</a:t>
            </a:r>
            <a:r>
              <a:rPr lang="en-IN" sz="2000" dirty="0"/>
              <a:t> Python Flask </a:t>
            </a:r>
          </a:p>
          <a:p>
            <a:pPr lvl="0"/>
            <a:r>
              <a:rPr lang="en-IN" sz="2000" b="1" dirty="0"/>
              <a:t>Database:</a:t>
            </a:r>
            <a:r>
              <a:rPr lang="en-IN" sz="2000" dirty="0"/>
              <a:t> SQLite </a:t>
            </a:r>
          </a:p>
          <a:p>
            <a:pPr lvl="0"/>
            <a:r>
              <a:rPr lang="en-IN" sz="2000" b="1" dirty="0"/>
              <a:t>IDE:</a:t>
            </a:r>
            <a:r>
              <a:rPr lang="en-IN" sz="2000" dirty="0"/>
              <a:t> VS Code </a:t>
            </a:r>
          </a:p>
          <a:p>
            <a:pPr lvl="0"/>
            <a:r>
              <a:rPr lang="en-IN" sz="2000" b="1" dirty="0"/>
              <a:t>Visualization:</a:t>
            </a:r>
            <a:r>
              <a:rPr lang="en-IN" sz="2000" dirty="0"/>
              <a:t> Chart.js / Matplotlib</a:t>
            </a:r>
          </a:p>
          <a:p>
            <a:pPr marL="342900" indent="-342900">
              <a:spcAft>
                <a:spcPts val="1000"/>
              </a:spcAft>
              <a:buSzPct val="100000"/>
              <a:buChar char="•"/>
            </a:pPr>
            <a:endParaRPr lang="en-US" sz="1350" dirty="0"/>
          </a:p>
        </p:txBody>
      </p:sp>
      <p:sp>
        <p:nvSpPr>
          <p:cNvPr id="7" name="Shape 5"/>
          <p:cNvSpPr/>
          <p:nvPr/>
        </p:nvSpPr>
        <p:spPr>
          <a:xfrm>
            <a:off x="6217920" y="1463040"/>
            <a:ext cx="5349240" cy="4114800"/>
          </a:xfrm>
          <a:prstGeom prst="roundRect">
            <a:avLst>
              <a:gd name="adj" fmla="val 1778"/>
            </a:avLst>
          </a:prstGeom>
          <a:solidFill>
            <a:srgbClr val="F1F4F9"/>
          </a:solidFill>
          <a:ln w="12700">
            <a:solidFill>
              <a:srgbClr val="DDE3EC"/>
            </a:solidFill>
            <a:prstDash val="solid"/>
          </a:ln>
        </p:spPr>
        <p:txBody>
          <a:bodyPr/>
          <a:lstStyle/>
          <a:p>
            <a:endParaRPr lang="en-IN"/>
          </a:p>
        </p:txBody>
      </p:sp>
      <p:sp>
        <p:nvSpPr>
          <p:cNvPr id="8" name="Text 6"/>
          <p:cNvSpPr txBox="1"/>
          <p:nvPr/>
        </p:nvSpPr>
        <p:spPr>
          <a:xfrm>
            <a:off x="6537960" y="1691640"/>
            <a:ext cx="4709160" cy="320040"/>
          </a:xfrm>
          <a:prstGeom prst="rect">
            <a:avLst/>
          </a:prstGeom>
          <a:noFill/>
          <a:ln/>
        </p:spPr>
        <p:txBody>
          <a:bodyPr wrap="square" lIns="0" tIns="0" rIns="0" bIns="0" rtlCol="0" anchor="ctr"/>
          <a:lstStyle/>
          <a:p>
            <a:pPr marL="0" indent="0">
              <a:buNone/>
            </a:pPr>
            <a:r>
              <a:rPr lang="en-US" sz="1200" b="1" kern="0" spc="180" dirty="0">
                <a:solidFill>
                  <a:srgbClr val="C8A02C"/>
                </a:solidFill>
                <a:latin typeface="Calibri" pitchFamily="34" charset="0"/>
                <a:ea typeface="Calibri" pitchFamily="34" charset="-122"/>
                <a:cs typeface="Calibri" pitchFamily="34" charset="-120"/>
              </a:rPr>
              <a:t>HARDWARE / PLATFORM</a:t>
            </a:r>
            <a:endParaRPr lang="en-US" sz="1200" dirty="0"/>
          </a:p>
        </p:txBody>
      </p:sp>
      <p:sp>
        <p:nvSpPr>
          <p:cNvPr id="9" name="Text 7"/>
          <p:cNvSpPr txBox="1"/>
          <p:nvPr/>
        </p:nvSpPr>
        <p:spPr>
          <a:xfrm>
            <a:off x="6537960" y="2103120"/>
            <a:ext cx="4709160" cy="3200400"/>
          </a:xfrm>
          <a:prstGeom prst="rect">
            <a:avLst/>
          </a:prstGeom>
          <a:noFill/>
          <a:ln/>
        </p:spPr>
        <p:txBody>
          <a:bodyPr wrap="square" lIns="0" tIns="0" rIns="0" bIns="0" rtlCol="0" anchor="ctr"/>
          <a:lstStyle/>
          <a:p>
            <a:pPr lvl="0"/>
            <a:r>
              <a:rPr lang="en-IN" sz="2000" b="1" dirty="0"/>
              <a:t>Processor:</a:t>
            </a:r>
            <a:r>
              <a:rPr lang="en-IN" sz="2000" dirty="0"/>
              <a:t> Intel Core i5 or above </a:t>
            </a:r>
          </a:p>
          <a:p>
            <a:pPr lvl="0"/>
            <a:r>
              <a:rPr lang="en-IN" sz="2000" b="1" dirty="0"/>
              <a:t>RAM:</a:t>
            </a:r>
            <a:r>
              <a:rPr lang="en-IN" sz="2000" dirty="0"/>
              <a:t> 8 GB minimum </a:t>
            </a:r>
          </a:p>
          <a:p>
            <a:pPr lvl="0"/>
            <a:r>
              <a:rPr lang="en-IN" sz="2000" b="1" dirty="0"/>
              <a:t>GPU / Cloud:</a:t>
            </a:r>
            <a:r>
              <a:rPr lang="en-IN" sz="2000" dirty="0"/>
              <a:t> Not required / Google Colab if needed </a:t>
            </a:r>
          </a:p>
          <a:p>
            <a:pPr lvl="0"/>
            <a:r>
              <a:rPr lang="en-IN" sz="2000" b="1" dirty="0"/>
              <a:t>Deployment:</a:t>
            </a:r>
            <a:r>
              <a:rPr lang="en-IN" sz="2000" dirty="0"/>
              <a:t> Localhost </a:t>
            </a:r>
          </a:p>
          <a:p>
            <a:pPr lvl="0"/>
            <a:r>
              <a:rPr lang="en-IN" sz="2000" b="1" dirty="0"/>
              <a:t>Version Control:</a:t>
            </a:r>
            <a:r>
              <a:rPr lang="en-IN" sz="2000" dirty="0"/>
              <a:t> GitHub </a:t>
            </a:r>
          </a:p>
          <a:p>
            <a:pPr lvl="0"/>
            <a:r>
              <a:rPr lang="en-IN" sz="2000" b="1" dirty="0"/>
              <a:t>Platform:</a:t>
            </a:r>
            <a:r>
              <a:rPr lang="en-IN" sz="2000" dirty="0"/>
              <a:t> Windows 11</a:t>
            </a:r>
          </a:p>
        </p:txBody>
      </p:sp>
      <p:sp>
        <p:nvSpPr>
          <p:cNvPr id="10" name="Text 8"/>
          <p:cNvSpPr txBox="1"/>
          <p:nvPr/>
        </p:nvSpPr>
        <p:spPr>
          <a:xfrm>
            <a:off x="548640" y="6355080"/>
            <a:ext cx="6400800" cy="274320"/>
          </a:xfrm>
          <a:prstGeom prst="rect">
            <a:avLst/>
          </a:prstGeom>
          <a:noFill/>
          <a:ln/>
        </p:spPr>
        <p:txBody>
          <a:bodyPr wrap="square" lIns="0" tIns="0" rIns="0" bIns="0" rtlCol="0" anchor="ctr"/>
          <a:lstStyle/>
          <a:p>
            <a:pPr marL="0" indent="0">
              <a:buNone/>
            </a:pPr>
            <a:r>
              <a:rPr lang="en-US" sz="950" dirty="0">
                <a:solidFill>
                  <a:srgbClr val="6B7280"/>
                </a:solidFill>
                <a:latin typeface="Calibri" pitchFamily="34" charset="0"/>
                <a:ea typeface="Calibri" pitchFamily="34" charset="-122"/>
                <a:cs typeface="Calibri" pitchFamily="34" charset="-120"/>
              </a:rPr>
              <a:t>Dept. of CSE  |  KL University, Bachupally Campus</a:t>
            </a:r>
            <a:endParaRPr lang="en-US" sz="950" dirty="0"/>
          </a:p>
        </p:txBody>
      </p:sp>
      <p:sp>
        <p:nvSpPr>
          <p:cNvPr id="11" name="Text 9"/>
          <p:cNvSpPr txBox="1"/>
          <p:nvPr/>
        </p:nvSpPr>
        <p:spPr>
          <a:xfrm>
            <a:off x="11064240" y="6355080"/>
            <a:ext cx="548640" cy="274320"/>
          </a:xfrm>
          <a:prstGeom prst="rect">
            <a:avLst/>
          </a:prstGeom>
          <a:noFill/>
          <a:ln/>
        </p:spPr>
        <p:txBody>
          <a:bodyPr wrap="square" lIns="0" tIns="0" rIns="0" bIns="0" rtlCol="0" anchor="ctr"/>
          <a:lstStyle/>
          <a:p>
            <a:pPr marL="0" indent="0" algn="r">
              <a:buNone/>
            </a:pPr>
            <a:r>
              <a:rPr lang="en-US" sz="950" dirty="0">
                <a:solidFill>
                  <a:srgbClr val="6B7280"/>
                </a:solidFill>
                <a:latin typeface="Calibri" pitchFamily="34" charset="0"/>
                <a:ea typeface="Calibri" pitchFamily="34" charset="-122"/>
                <a:cs typeface="Calibri" pitchFamily="34" charset="-120"/>
              </a:rPr>
              <a:t>10</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47472"/>
            <a:ext cx="10515600" cy="256032"/>
          </a:xfrm>
          <a:prstGeom prst="rect">
            <a:avLst/>
          </a:prstGeom>
          <a:noFill/>
          <a:ln/>
        </p:spPr>
        <p:txBody>
          <a:bodyPr wrap="square" lIns="0" tIns="0" rIns="0" bIns="0" rtlCol="0" anchor="ctr"/>
          <a:lstStyle/>
          <a:p>
            <a:pPr marL="0" indent="0">
              <a:buNone/>
            </a:pPr>
            <a:r>
              <a:rPr lang="en-US" sz="1050" b="1" kern="0" spc="200" dirty="0">
                <a:solidFill>
                  <a:srgbClr val="C8A02C"/>
                </a:solidFill>
                <a:latin typeface="Calibri" pitchFamily="34" charset="0"/>
                <a:ea typeface="Calibri" pitchFamily="34" charset="-122"/>
                <a:cs typeface="Calibri" pitchFamily="34" charset="-120"/>
              </a:rPr>
              <a:t>SECTION 9</a:t>
            </a:r>
            <a:endParaRPr lang="en-US" sz="105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marL="0" indent="0">
              <a:buNone/>
            </a:pPr>
            <a:r>
              <a:rPr lang="en-US" sz="3100" b="1" dirty="0">
                <a:solidFill>
                  <a:srgbClr val="1B2A55"/>
                </a:solidFill>
                <a:latin typeface="Cambria" pitchFamily="34" charset="0"/>
                <a:ea typeface="Cambria" pitchFamily="34" charset="-122"/>
                <a:cs typeface="Cambria" pitchFamily="34" charset="-120"/>
              </a:rPr>
              <a:t>Work Completed / Demo</a:t>
            </a:r>
            <a:endParaRPr lang="en-US" sz="3100" dirty="0"/>
          </a:p>
        </p:txBody>
      </p:sp>
      <p:sp>
        <p:nvSpPr>
          <p:cNvPr id="4" name="Shape 2"/>
          <p:cNvSpPr/>
          <p:nvPr/>
        </p:nvSpPr>
        <p:spPr>
          <a:xfrm>
            <a:off x="548640" y="1463040"/>
            <a:ext cx="5852160" cy="566928"/>
          </a:xfrm>
          <a:prstGeom prst="roundRect">
            <a:avLst>
              <a:gd name="adj" fmla="val 12903"/>
            </a:avLst>
          </a:prstGeom>
          <a:solidFill>
            <a:srgbClr val="F1F4F9"/>
          </a:solidFill>
          <a:ln w="12700">
            <a:solidFill>
              <a:srgbClr val="DDE3EC"/>
            </a:solidFill>
            <a:prstDash val="solid"/>
          </a:ln>
        </p:spPr>
        <p:txBody>
          <a:bodyPr/>
          <a:lstStyle/>
          <a:p>
            <a:endParaRPr lang="en-IN"/>
          </a:p>
        </p:txBody>
      </p:sp>
      <p:sp>
        <p:nvSpPr>
          <p:cNvPr id="5" name="Shape 3"/>
          <p:cNvSpPr/>
          <p:nvPr/>
        </p:nvSpPr>
        <p:spPr>
          <a:xfrm>
            <a:off x="777240" y="1655064"/>
            <a:ext cx="182880" cy="182880"/>
          </a:xfrm>
          <a:prstGeom prst="ellipse">
            <a:avLst/>
          </a:prstGeom>
          <a:solidFill>
            <a:srgbClr val="1E7A46"/>
          </a:solidFill>
          <a:ln/>
        </p:spPr>
        <p:txBody>
          <a:bodyPr/>
          <a:lstStyle/>
          <a:p>
            <a:endParaRPr lang="en-IN"/>
          </a:p>
        </p:txBody>
      </p:sp>
      <p:sp>
        <p:nvSpPr>
          <p:cNvPr id="6" name="Text 4"/>
          <p:cNvSpPr txBox="1"/>
          <p:nvPr/>
        </p:nvSpPr>
        <p:spPr>
          <a:xfrm>
            <a:off x="1097280" y="1463040"/>
            <a:ext cx="3291840" cy="566928"/>
          </a:xfrm>
          <a:prstGeom prst="rect">
            <a:avLst/>
          </a:prstGeom>
          <a:noFill/>
          <a:ln/>
        </p:spPr>
        <p:txBody>
          <a:bodyPr wrap="square" lIns="0" tIns="0" rIns="0" bIns="0" rtlCol="0" anchor="ctr"/>
          <a:lstStyle/>
          <a:p>
            <a:pPr marL="0" indent="0">
              <a:buNone/>
            </a:pPr>
            <a:r>
              <a:rPr lang="en-US" sz="1350" dirty="0">
                <a:solidFill>
                  <a:srgbClr val="1F2430"/>
                </a:solidFill>
                <a:latin typeface="Calibri" pitchFamily="34" charset="0"/>
                <a:ea typeface="Calibri" pitchFamily="34" charset="-122"/>
                <a:cs typeface="Calibri" pitchFamily="34" charset="-120"/>
              </a:rPr>
              <a:t>Literature survey</a:t>
            </a:r>
            <a:endParaRPr lang="en-US" sz="1350" dirty="0"/>
          </a:p>
        </p:txBody>
      </p:sp>
      <p:sp>
        <p:nvSpPr>
          <p:cNvPr id="7" name="Text 5"/>
          <p:cNvSpPr txBox="1"/>
          <p:nvPr/>
        </p:nvSpPr>
        <p:spPr>
          <a:xfrm>
            <a:off x="4480560" y="1463040"/>
            <a:ext cx="1691640" cy="566928"/>
          </a:xfrm>
          <a:prstGeom prst="rect">
            <a:avLst/>
          </a:prstGeom>
          <a:noFill/>
          <a:ln/>
        </p:spPr>
        <p:txBody>
          <a:bodyPr wrap="square" lIns="0" tIns="0" rIns="0" bIns="0" rtlCol="0" anchor="ctr"/>
          <a:lstStyle/>
          <a:p>
            <a:pPr marL="0" indent="0" algn="r">
              <a:buNone/>
            </a:pPr>
            <a:r>
              <a:rPr lang="en-US" sz="1200" b="1" dirty="0">
                <a:solidFill>
                  <a:srgbClr val="00B050"/>
                </a:solidFill>
                <a:latin typeface="Calibri" pitchFamily="34" charset="0"/>
                <a:ea typeface="Calibri" pitchFamily="34" charset="-122"/>
                <a:cs typeface="Calibri" pitchFamily="34" charset="-120"/>
              </a:rPr>
              <a:t>Completed</a:t>
            </a:r>
            <a:endParaRPr lang="en-US" sz="1200" dirty="0">
              <a:solidFill>
                <a:srgbClr val="00B050"/>
              </a:solidFill>
            </a:endParaRPr>
          </a:p>
        </p:txBody>
      </p:sp>
      <p:sp>
        <p:nvSpPr>
          <p:cNvPr id="8" name="Shape 6"/>
          <p:cNvSpPr/>
          <p:nvPr/>
        </p:nvSpPr>
        <p:spPr>
          <a:xfrm>
            <a:off x="548640" y="2176272"/>
            <a:ext cx="5852160" cy="566928"/>
          </a:xfrm>
          <a:prstGeom prst="roundRect">
            <a:avLst>
              <a:gd name="adj" fmla="val 12903"/>
            </a:avLst>
          </a:prstGeom>
          <a:solidFill>
            <a:srgbClr val="F1F4F9"/>
          </a:solidFill>
          <a:ln w="12700">
            <a:solidFill>
              <a:srgbClr val="DDE3EC"/>
            </a:solidFill>
            <a:prstDash val="solid"/>
          </a:ln>
        </p:spPr>
        <p:txBody>
          <a:bodyPr/>
          <a:lstStyle/>
          <a:p>
            <a:endParaRPr lang="en-IN"/>
          </a:p>
        </p:txBody>
      </p:sp>
      <p:sp>
        <p:nvSpPr>
          <p:cNvPr id="9" name="Shape 7"/>
          <p:cNvSpPr/>
          <p:nvPr/>
        </p:nvSpPr>
        <p:spPr>
          <a:xfrm>
            <a:off x="777240" y="2368296"/>
            <a:ext cx="182880" cy="182880"/>
          </a:xfrm>
          <a:prstGeom prst="ellipse">
            <a:avLst/>
          </a:prstGeom>
          <a:solidFill>
            <a:srgbClr val="1E7A46"/>
          </a:solidFill>
          <a:ln/>
        </p:spPr>
        <p:txBody>
          <a:bodyPr/>
          <a:lstStyle/>
          <a:p>
            <a:endParaRPr lang="en-IN"/>
          </a:p>
        </p:txBody>
      </p:sp>
      <p:sp>
        <p:nvSpPr>
          <p:cNvPr id="10" name="Text 8"/>
          <p:cNvSpPr txBox="1"/>
          <p:nvPr/>
        </p:nvSpPr>
        <p:spPr>
          <a:xfrm>
            <a:off x="1097280" y="2176272"/>
            <a:ext cx="3291840" cy="566928"/>
          </a:xfrm>
          <a:prstGeom prst="rect">
            <a:avLst/>
          </a:prstGeom>
          <a:noFill/>
          <a:ln/>
        </p:spPr>
        <p:txBody>
          <a:bodyPr wrap="square" lIns="0" tIns="0" rIns="0" bIns="0" rtlCol="0" anchor="ctr"/>
          <a:lstStyle/>
          <a:p>
            <a:pPr marL="0" indent="0">
              <a:buNone/>
            </a:pPr>
            <a:r>
              <a:rPr lang="en-US" sz="1350" dirty="0">
                <a:solidFill>
                  <a:srgbClr val="1F2430"/>
                </a:solidFill>
                <a:latin typeface="Calibri" pitchFamily="34" charset="0"/>
                <a:ea typeface="Calibri" pitchFamily="34" charset="-122"/>
                <a:cs typeface="Calibri" pitchFamily="34" charset="-120"/>
              </a:rPr>
              <a:t>Dataset collection</a:t>
            </a:r>
            <a:endParaRPr lang="en-US" sz="1350" dirty="0"/>
          </a:p>
        </p:txBody>
      </p:sp>
      <p:sp>
        <p:nvSpPr>
          <p:cNvPr id="11" name="Text 9"/>
          <p:cNvSpPr txBox="1"/>
          <p:nvPr/>
        </p:nvSpPr>
        <p:spPr>
          <a:xfrm>
            <a:off x="4480560" y="2176272"/>
            <a:ext cx="1691640" cy="566928"/>
          </a:xfrm>
          <a:prstGeom prst="rect">
            <a:avLst/>
          </a:prstGeom>
          <a:noFill/>
          <a:ln/>
        </p:spPr>
        <p:txBody>
          <a:bodyPr wrap="square" lIns="0" tIns="0" rIns="0" bIns="0" rtlCol="0" anchor="ctr"/>
          <a:lstStyle/>
          <a:p>
            <a:pPr marL="0" indent="0" algn="r">
              <a:buNone/>
            </a:pPr>
            <a:r>
              <a:rPr lang="en-US" sz="1200" b="1" dirty="0">
                <a:solidFill>
                  <a:srgbClr val="00B050"/>
                </a:solidFill>
                <a:latin typeface="Calibri" pitchFamily="34" charset="0"/>
                <a:ea typeface="Calibri" pitchFamily="34" charset="-122"/>
                <a:cs typeface="Calibri" pitchFamily="34" charset="-120"/>
              </a:rPr>
              <a:t>Completed</a:t>
            </a:r>
            <a:endParaRPr lang="en-US" sz="1200" dirty="0">
              <a:solidFill>
                <a:srgbClr val="00B050"/>
              </a:solidFill>
            </a:endParaRPr>
          </a:p>
        </p:txBody>
      </p:sp>
      <p:sp>
        <p:nvSpPr>
          <p:cNvPr id="12" name="Shape 10"/>
          <p:cNvSpPr/>
          <p:nvPr/>
        </p:nvSpPr>
        <p:spPr>
          <a:xfrm>
            <a:off x="548640" y="2889504"/>
            <a:ext cx="5852160" cy="566928"/>
          </a:xfrm>
          <a:prstGeom prst="roundRect">
            <a:avLst>
              <a:gd name="adj" fmla="val 12903"/>
            </a:avLst>
          </a:prstGeom>
          <a:solidFill>
            <a:srgbClr val="F1F4F9"/>
          </a:solidFill>
          <a:ln w="12700">
            <a:solidFill>
              <a:srgbClr val="DDE3EC"/>
            </a:solidFill>
            <a:prstDash val="solid"/>
          </a:ln>
        </p:spPr>
        <p:txBody>
          <a:bodyPr/>
          <a:lstStyle/>
          <a:p>
            <a:endParaRPr lang="en-IN"/>
          </a:p>
        </p:txBody>
      </p:sp>
      <p:sp>
        <p:nvSpPr>
          <p:cNvPr id="13" name="Shape 11"/>
          <p:cNvSpPr/>
          <p:nvPr/>
        </p:nvSpPr>
        <p:spPr>
          <a:xfrm>
            <a:off x="777240" y="3081528"/>
            <a:ext cx="182880" cy="182880"/>
          </a:xfrm>
          <a:prstGeom prst="ellipse">
            <a:avLst/>
          </a:prstGeom>
          <a:solidFill>
            <a:srgbClr val="C8A02C"/>
          </a:solidFill>
          <a:ln/>
        </p:spPr>
        <p:txBody>
          <a:bodyPr/>
          <a:lstStyle/>
          <a:p>
            <a:endParaRPr lang="en-IN">
              <a:solidFill>
                <a:schemeClr val="accent6">
                  <a:lumMod val="75000"/>
                </a:schemeClr>
              </a:solidFill>
            </a:endParaRPr>
          </a:p>
        </p:txBody>
      </p:sp>
      <p:sp>
        <p:nvSpPr>
          <p:cNvPr id="14" name="Text 12"/>
          <p:cNvSpPr txBox="1"/>
          <p:nvPr/>
        </p:nvSpPr>
        <p:spPr>
          <a:xfrm>
            <a:off x="1097280" y="2889504"/>
            <a:ext cx="3291840" cy="566928"/>
          </a:xfrm>
          <a:prstGeom prst="rect">
            <a:avLst/>
          </a:prstGeom>
          <a:noFill/>
          <a:ln/>
        </p:spPr>
        <p:txBody>
          <a:bodyPr wrap="square" lIns="0" tIns="0" rIns="0" bIns="0" rtlCol="0" anchor="ctr"/>
          <a:lstStyle/>
          <a:p>
            <a:pPr marL="0" indent="0">
              <a:buNone/>
            </a:pPr>
            <a:r>
              <a:rPr lang="en-US" sz="1350" dirty="0">
                <a:solidFill>
                  <a:srgbClr val="1F2430"/>
                </a:solidFill>
                <a:latin typeface="Calibri" pitchFamily="34" charset="0"/>
                <a:ea typeface="Calibri" pitchFamily="34" charset="-122"/>
                <a:cs typeface="Calibri" pitchFamily="34" charset="-120"/>
              </a:rPr>
              <a:t>Pre-processing pipeline</a:t>
            </a:r>
            <a:endParaRPr lang="en-US" sz="1350" dirty="0"/>
          </a:p>
        </p:txBody>
      </p:sp>
      <p:sp>
        <p:nvSpPr>
          <p:cNvPr id="15" name="Text 13"/>
          <p:cNvSpPr txBox="1"/>
          <p:nvPr/>
        </p:nvSpPr>
        <p:spPr>
          <a:xfrm>
            <a:off x="4480560" y="2889504"/>
            <a:ext cx="1691640" cy="566928"/>
          </a:xfrm>
          <a:prstGeom prst="rect">
            <a:avLst/>
          </a:prstGeom>
          <a:noFill/>
          <a:ln/>
        </p:spPr>
        <p:txBody>
          <a:bodyPr wrap="square" lIns="0" tIns="0" rIns="0" bIns="0" rtlCol="0" anchor="ctr"/>
          <a:lstStyle/>
          <a:p>
            <a:pPr marL="0" indent="0" algn="r">
              <a:buNone/>
            </a:pPr>
            <a:r>
              <a:rPr lang="en-US" sz="1200" b="1" dirty="0">
                <a:solidFill>
                  <a:srgbClr val="00B050"/>
                </a:solidFill>
                <a:latin typeface="Calibri" pitchFamily="34" charset="0"/>
                <a:ea typeface="Calibri" pitchFamily="34" charset="-122"/>
                <a:cs typeface="Calibri" pitchFamily="34" charset="-120"/>
              </a:rPr>
              <a:t>Completed</a:t>
            </a:r>
            <a:endParaRPr lang="en-US" sz="1200" dirty="0">
              <a:solidFill>
                <a:srgbClr val="00B050"/>
              </a:solidFill>
            </a:endParaRPr>
          </a:p>
        </p:txBody>
      </p:sp>
      <p:sp>
        <p:nvSpPr>
          <p:cNvPr id="16" name="Shape 14"/>
          <p:cNvSpPr/>
          <p:nvPr/>
        </p:nvSpPr>
        <p:spPr>
          <a:xfrm>
            <a:off x="548640" y="3602736"/>
            <a:ext cx="5852160" cy="566928"/>
          </a:xfrm>
          <a:prstGeom prst="roundRect">
            <a:avLst>
              <a:gd name="adj" fmla="val 12903"/>
            </a:avLst>
          </a:prstGeom>
          <a:solidFill>
            <a:srgbClr val="F1F4F9"/>
          </a:solidFill>
          <a:ln w="12700">
            <a:solidFill>
              <a:srgbClr val="DDE3EC"/>
            </a:solidFill>
            <a:prstDash val="solid"/>
          </a:ln>
        </p:spPr>
        <p:txBody>
          <a:bodyPr/>
          <a:lstStyle/>
          <a:p>
            <a:endParaRPr lang="en-IN"/>
          </a:p>
        </p:txBody>
      </p:sp>
      <p:sp>
        <p:nvSpPr>
          <p:cNvPr id="17" name="Shape 15"/>
          <p:cNvSpPr/>
          <p:nvPr/>
        </p:nvSpPr>
        <p:spPr>
          <a:xfrm>
            <a:off x="777240" y="3794760"/>
            <a:ext cx="182880" cy="182880"/>
          </a:xfrm>
          <a:prstGeom prst="ellipse">
            <a:avLst/>
          </a:prstGeom>
          <a:solidFill>
            <a:srgbClr val="C8A02C"/>
          </a:solidFill>
          <a:ln/>
        </p:spPr>
        <p:txBody>
          <a:bodyPr/>
          <a:lstStyle/>
          <a:p>
            <a:endParaRPr lang="en-IN"/>
          </a:p>
        </p:txBody>
      </p:sp>
      <p:sp>
        <p:nvSpPr>
          <p:cNvPr id="18" name="Text 16"/>
          <p:cNvSpPr txBox="1"/>
          <p:nvPr/>
        </p:nvSpPr>
        <p:spPr>
          <a:xfrm>
            <a:off x="1097280" y="3602736"/>
            <a:ext cx="3291840" cy="566928"/>
          </a:xfrm>
          <a:prstGeom prst="rect">
            <a:avLst/>
          </a:prstGeom>
          <a:noFill/>
          <a:ln/>
        </p:spPr>
        <p:txBody>
          <a:bodyPr wrap="square" lIns="0" tIns="0" rIns="0" bIns="0" rtlCol="0" anchor="ctr"/>
          <a:lstStyle/>
          <a:p>
            <a:pPr marL="0" indent="0">
              <a:buNone/>
            </a:pPr>
            <a:r>
              <a:rPr lang="en-US" sz="1350" dirty="0">
                <a:solidFill>
                  <a:srgbClr val="1F2430"/>
                </a:solidFill>
                <a:latin typeface="Calibri" pitchFamily="34" charset="0"/>
                <a:ea typeface="Calibri" pitchFamily="34" charset="-122"/>
                <a:cs typeface="Calibri" pitchFamily="34" charset="-120"/>
              </a:rPr>
              <a:t>Model training</a:t>
            </a:r>
            <a:endParaRPr lang="en-US" sz="1350" dirty="0"/>
          </a:p>
        </p:txBody>
      </p:sp>
      <p:sp>
        <p:nvSpPr>
          <p:cNvPr id="19" name="Text 17"/>
          <p:cNvSpPr txBox="1"/>
          <p:nvPr/>
        </p:nvSpPr>
        <p:spPr>
          <a:xfrm>
            <a:off x="4480560" y="3602736"/>
            <a:ext cx="1691640" cy="566928"/>
          </a:xfrm>
          <a:prstGeom prst="rect">
            <a:avLst/>
          </a:prstGeom>
          <a:noFill/>
          <a:ln/>
        </p:spPr>
        <p:txBody>
          <a:bodyPr wrap="square" lIns="0" tIns="0" rIns="0" bIns="0" rtlCol="0" anchor="ctr"/>
          <a:lstStyle/>
          <a:p>
            <a:pPr marL="0" indent="0" algn="r">
              <a:buNone/>
            </a:pPr>
            <a:r>
              <a:rPr lang="en-US" sz="1200" b="1" dirty="0">
                <a:solidFill>
                  <a:srgbClr val="00B050"/>
                </a:solidFill>
                <a:latin typeface="Calibri" pitchFamily="34" charset="0"/>
                <a:ea typeface="Calibri" pitchFamily="34" charset="-122"/>
                <a:cs typeface="Calibri" pitchFamily="34" charset="-120"/>
              </a:rPr>
              <a:t>Completed</a:t>
            </a:r>
            <a:endParaRPr lang="en-US" sz="1200" dirty="0">
              <a:solidFill>
                <a:srgbClr val="00B050"/>
              </a:solidFill>
            </a:endParaRPr>
          </a:p>
        </p:txBody>
      </p:sp>
      <p:sp>
        <p:nvSpPr>
          <p:cNvPr id="20" name="Shape 18"/>
          <p:cNvSpPr/>
          <p:nvPr/>
        </p:nvSpPr>
        <p:spPr>
          <a:xfrm>
            <a:off x="548640" y="4315968"/>
            <a:ext cx="5852160" cy="566928"/>
          </a:xfrm>
          <a:prstGeom prst="roundRect">
            <a:avLst>
              <a:gd name="adj" fmla="val 12903"/>
            </a:avLst>
          </a:prstGeom>
          <a:solidFill>
            <a:srgbClr val="F1F4F9"/>
          </a:solidFill>
          <a:ln w="12700">
            <a:solidFill>
              <a:srgbClr val="DDE3EC"/>
            </a:solidFill>
            <a:prstDash val="solid"/>
          </a:ln>
        </p:spPr>
        <p:txBody>
          <a:bodyPr/>
          <a:lstStyle/>
          <a:p>
            <a:endParaRPr lang="en-IN"/>
          </a:p>
        </p:txBody>
      </p:sp>
      <p:sp>
        <p:nvSpPr>
          <p:cNvPr id="21" name="Shape 19"/>
          <p:cNvSpPr/>
          <p:nvPr/>
        </p:nvSpPr>
        <p:spPr>
          <a:xfrm>
            <a:off x="777240" y="4507992"/>
            <a:ext cx="182880" cy="182880"/>
          </a:xfrm>
          <a:prstGeom prst="ellipse">
            <a:avLst/>
          </a:prstGeom>
          <a:solidFill>
            <a:srgbClr val="6B7280"/>
          </a:solidFill>
          <a:ln/>
        </p:spPr>
        <p:txBody>
          <a:bodyPr/>
          <a:lstStyle/>
          <a:p>
            <a:endParaRPr lang="en-IN"/>
          </a:p>
        </p:txBody>
      </p:sp>
      <p:sp>
        <p:nvSpPr>
          <p:cNvPr id="22" name="Text 20"/>
          <p:cNvSpPr txBox="1"/>
          <p:nvPr/>
        </p:nvSpPr>
        <p:spPr>
          <a:xfrm>
            <a:off x="1097280" y="4315968"/>
            <a:ext cx="3291840" cy="566928"/>
          </a:xfrm>
          <a:prstGeom prst="rect">
            <a:avLst/>
          </a:prstGeom>
          <a:noFill/>
          <a:ln/>
        </p:spPr>
        <p:txBody>
          <a:bodyPr wrap="square" lIns="0" tIns="0" rIns="0" bIns="0" rtlCol="0" anchor="ctr"/>
          <a:lstStyle/>
          <a:p>
            <a:pPr marL="0" indent="0">
              <a:buNone/>
            </a:pPr>
            <a:r>
              <a:rPr lang="en-US" sz="1350" dirty="0">
                <a:solidFill>
                  <a:srgbClr val="1F2430"/>
                </a:solidFill>
                <a:latin typeface="Calibri" pitchFamily="34" charset="0"/>
                <a:ea typeface="Calibri" pitchFamily="34" charset="-122"/>
                <a:cs typeface="Calibri" pitchFamily="34" charset="-120"/>
              </a:rPr>
              <a:t>User interface</a:t>
            </a:r>
            <a:endParaRPr lang="en-US" sz="1350" dirty="0"/>
          </a:p>
        </p:txBody>
      </p:sp>
      <p:sp>
        <p:nvSpPr>
          <p:cNvPr id="23" name="Text 21"/>
          <p:cNvSpPr txBox="1"/>
          <p:nvPr/>
        </p:nvSpPr>
        <p:spPr>
          <a:xfrm>
            <a:off x="4480560" y="4315968"/>
            <a:ext cx="1691640" cy="566928"/>
          </a:xfrm>
          <a:prstGeom prst="rect">
            <a:avLst/>
          </a:prstGeom>
          <a:noFill/>
          <a:ln/>
        </p:spPr>
        <p:txBody>
          <a:bodyPr wrap="square" lIns="0" tIns="0" rIns="0" bIns="0" rtlCol="0" anchor="ctr"/>
          <a:lstStyle/>
          <a:p>
            <a:pPr marL="0" indent="0" algn="r">
              <a:buNone/>
            </a:pPr>
            <a:r>
              <a:rPr lang="en-US" sz="1200" b="1" dirty="0">
                <a:solidFill>
                  <a:schemeClr val="accent4">
                    <a:lumMod val="75000"/>
                  </a:schemeClr>
                </a:solidFill>
                <a:latin typeface="Calibri" pitchFamily="34" charset="0"/>
                <a:ea typeface="Calibri" pitchFamily="34" charset="-122"/>
                <a:cs typeface="Calibri" pitchFamily="34" charset="-120"/>
              </a:rPr>
              <a:t>In progress</a:t>
            </a:r>
            <a:endParaRPr lang="en-US" sz="1200" dirty="0">
              <a:solidFill>
                <a:schemeClr val="accent4">
                  <a:lumMod val="75000"/>
                </a:schemeClr>
              </a:solidFill>
            </a:endParaRPr>
          </a:p>
        </p:txBody>
      </p:sp>
      <p:sp>
        <p:nvSpPr>
          <p:cNvPr id="24" name="Shape 22"/>
          <p:cNvSpPr/>
          <p:nvPr/>
        </p:nvSpPr>
        <p:spPr>
          <a:xfrm>
            <a:off x="548640" y="5029200"/>
            <a:ext cx="5852160" cy="566928"/>
          </a:xfrm>
          <a:prstGeom prst="roundRect">
            <a:avLst>
              <a:gd name="adj" fmla="val 12903"/>
            </a:avLst>
          </a:prstGeom>
          <a:solidFill>
            <a:srgbClr val="F1F4F9"/>
          </a:solidFill>
          <a:ln w="12700">
            <a:solidFill>
              <a:srgbClr val="DDE3EC"/>
            </a:solidFill>
            <a:prstDash val="solid"/>
          </a:ln>
        </p:spPr>
        <p:txBody>
          <a:bodyPr/>
          <a:lstStyle/>
          <a:p>
            <a:endParaRPr lang="en-IN"/>
          </a:p>
        </p:txBody>
      </p:sp>
      <p:sp>
        <p:nvSpPr>
          <p:cNvPr id="25" name="Shape 23"/>
          <p:cNvSpPr/>
          <p:nvPr/>
        </p:nvSpPr>
        <p:spPr>
          <a:xfrm>
            <a:off x="777240" y="5221224"/>
            <a:ext cx="182880" cy="182880"/>
          </a:xfrm>
          <a:prstGeom prst="ellipse">
            <a:avLst/>
          </a:prstGeom>
          <a:solidFill>
            <a:srgbClr val="6B7280"/>
          </a:solidFill>
          <a:ln/>
        </p:spPr>
        <p:txBody>
          <a:bodyPr/>
          <a:lstStyle/>
          <a:p>
            <a:endParaRPr lang="en-IN"/>
          </a:p>
        </p:txBody>
      </p:sp>
      <p:sp>
        <p:nvSpPr>
          <p:cNvPr id="26" name="Text 24"/>
          <p:cNvSpPr txBox="1"/>
          <p:nvPr/>
        </p:nvSpPr>
        <p:spPr>
          <a:xfrm>
            <a:off x="1097280" y="5029200"/>
            <a:ext cx="3291840" cy="566928"/>
          </a:xfrm>
          <a:prstGeom prst="rect">
            <a:avLst/>
          </a:prstGeom>
          <a:noFill/>
          <a:ln/>
        </p:spPr>
        <p:txBody>
          <a:bodyPr wrap="square" lIns="0" tIns="0" rIns="0" bIns="0" rtlCol="0" anchor="ctr"/>
          <a:lstStyle/>
          <a:p>
            <a:pPr marL="0" indent="0">
              <a:buNone/>
            </a:pPr>
            <a:r>
              <a:rPr lang="en-US" sz="1350" dirty="0">
                <a:solidFill>
                  <a:srgbClr val="1F2430"/>
                </a:solidFill>
                <a:latin typeface="Calibri" pitchFamily="34" charset="0"/>
                <a:ea typeface="Calibri" pitchFamily="34" charset="-122"/>
                <a:cs typeface="Calibri" pitchFamily="34" charset="-120"/>
              </a:rPr>
              <a:t>Testing &amp; evaluation</a:t>
            </a:r>
            <a:endParaRPr lang="en-US" sz="1350" dirty="0"/>
          </a:p>
        </p:txBody>
      </p:sp>
      <p:sp>
        <p:nvSpPr>
          <p:cNvPr id="27" name="Text 25"/>
          <p:cNvSpPr txBox="1"/>
          <p:nvPr/>
        </p:nvSpPr>
        <p:spPr>
          <a:xfrm>
            <a:off x="4480560" y="5029200"/>
            <a:ext cx="1691640" cy="566928"/>
          </a:xfrm>
          <a:prstGeom prst="rect">
            <a:avLst/>
          </a:prstGeom>
          <a:noFill/>
          <a:ln/>
        </p:spPr>
        <p:txBody>
          <a:bodyPr wrap="square" lIns="0" tIns="0" rIns="0" bIns="0" rtlCol="0" anchor="ctr"/>
          <a:lstStyle/>
          <a:p>
            <a:pPr marL="0" indent="0" algn="r">
              <a:buNone/>
            </a:pPr>
            <a:r>
              <a:rPr lang="en-US" sz="1200" b="1" dirty="0">
                <a:solidFill>
                  <a:schemeClr val="accent4">
                    <a:lumMod val="75000"/>
                  </a:schemeClr>
                </a:solidFill>
                <a:latin typeface="Calibri" pitchFamily="34" charset="0"/>
                <a:ea typeface="Calibri" pitchFamily="34" charset="-122"/>
                <a:cs typeface="Calibri" pitchFamily="34" charset="-120"/>
              </a:rPr>
              <a:t>In progress</a:t>
            </a:r>
            <a:endParaRPr lang="en-US" sz="1200" dirty="0">
              <a:solidFill>
                <a:schemeClr val="accent4">
                  <a:lumMod val="75000"/>
                </a:schemeClr>
              </a:solidFill>
            </a:endParaRPr>
          </a:p>
        </p:txBody>
      </p:sp>
      <p:sp>
        <p:nvSpPr>
          <p:cNvPr id="28" name="Shape 26"/>
          <p:cNvSpPr/>
          <p:nvPr/>
        </p:nvSpPr>
        <p:spPr>
          <a:xfrm>
            <a:off x="6675120" y="1463040"/>
            <a:ext cx="4937760" cy="3246120"/>
          </a:xfrm>
          <a:prstGeom prst="roundRect">
            <a:avLst>
              <a:gd name="adj" fmla="val 2254"/>
            </a:avLst>
          </a:prstGeom>
          <a:solidFill>
            <a:srgbClr val="FFFFFF"/>
          </a:solidFill>
          <a:ln w="12700">
            <a:solidFill>
              <a:srgbClr val="9AA5B8"/>
            </a:solidFill>
            <a:prstDash val="dash"/>
          </a:ln>
        </p:spPr>
        <p:txBody>
          <a:bodyPr/>
          <a:lstStyle/>
          <a:p>
            <a:endParaRPr lang="en-IN"/>
          </a:p>
        </p:txBody>
      </p:sp>
      <p:sp>
        <p:nvSpPr>
          <p:cNvPr id="29" name="Text 27"/>
          <p:cNvSpPr txBox="1"/>
          <p:nvPr/>
        </p:nvSpPr>
        <p:spPr>
          <a:xfrm>
            <a:off x="6812280" y="1463040"/>
            <a:ext cx="4663440" cy="3246120"/>
          </a:xfrm>
          <a:prstGeom prst="rect">
            <a:avLst/>
          </a:prstGeom>
          <a:noFill/>
          <a:ln/>
        </p:spPr>
        <p:txBody>
          <a:bodyPr wrap="square" lIns="0" tIns="0" rIns="0" bIns="0" rtlCol="0" anchor="ctr"/>
          <a:lstStyle/>
          <a:p>
            <a:pPr marL="0" indent="0" algn="ctr">
              <a:buNone/>
            </a:pPr>
            <a:r>
              <a:rPr lang="en-US" sz="1200" dirty="0">
                <a:solidFill>
                  <a:srgbClr val="6B7280"/>
                </a:solidFill>
                <a:latin typeface="Calibri" pitchFamily="34" charset="0"/>
                <a:ea typeface="Calibri" pitchFamily="34" charset="-122"/>
                <a:cs typeface="Calibri" pitchFamily="34" charset="-120"/>
              </a:rPr>
              <a:t>[ Screenshot of your output / UI / code</a:t>
            </a:r>
            <a:endParaRPr lang="en-US" sz="1200" dirty="0"/>
          </a:p>
          <a:p>
            <a:pPr marL="0" indent="0" algn="ctr">
              <a:buNone/>
            </a:pPr>
            <a:r>
              <a:rPr lang="en-US" sz="1200" dirty="0">
                <a:solidFill>
                  <a:srgbClr val="6B7280"/>
                </a:solidFill>
                <a:latin typeface="Calibri" pitchFamily="34" charset="0"/>
                <a:ea typeface="Calibri" pitchFamily="34" charset="-122"/>
                <a:cs typeface="Calibri" pitchFamily="34" charset="-120"/>
              </a:rPr>
              <a:t>or a plot of your current results ]</a:t>
            </a:r>
            <a:endParaRPr lang="en-US" sz="1200" dirty="0"/>
          </a:p>
        </p:txBody>
      </p:sp>
      <p:sp>
        <p:nvSpPr>
          <p:cNvPr id="32" name="Text 30"/>
          <p:cNvSpPr txBox="1"/>
          <p:nvPr/>
        </p:nvSpPr>
        <p:spPr>
          <a:xfrm>
            <a:off x="548640" y="6355080"/>
            <a:ext cx="6400800" cy="274320"/>
          </a:xfrm>
          <a:prstGeom prst="rect">
            <a:avLst/>
          </a:prstGeom>
          <a:noFill/>
          <a:ln/>
        </p:spPr>
        <p:txBody>
          <a:bodyPr wrap="square" lIns="0" tIns="0" rIns="0" bIns="0" rtlCol="0" anchor="ctr"/>
          <a:lstStyle/>
          <a:p>
            <a:pPr marL="0" indent="0">
              <a:buNone/>
            </a:pPr>
            <a:r>
              <a:rPr lang="en-US" sz="950" dirty="0">
                <a:solidFill>
                  <a:srgbClr val="6B7280"/>
                </a:solidFill>
                <a:latin typeface="Calibri" pitchFamily="34" charset="0"/>
                <a:ea typeface="Calibri" pitchFamily="34" charset="-122"/>
                <a:cs typeface="Calibri" pitchFamily="34" charset="-120"/>
              </a:rPr>
              <a:t>Dept. of CSE  |  KL University, Bachupally Campus</a:t>
            </a:r>
            <a:endParaRPr lang="en-US" sz="950" dirty="0"/>
          </a:p>
        </p:txBody>
      </p:sp>
      <p:sp>
        <p:nvSpPr>
          <p:cNvPr id="33" name="Text 31"/>
          <p:cNvSpPr txBox="1"/>
          <p:nvPr/>
        </p:nvSpPr>
        <p:spPr>
          <a:xfrm>
            <a:off x="11064240" y="6355080"/>
            <a:ext cx="548640" cy="274320"/>
          </a:xfrm>
          <a:prstGeom prst="rect">
            <a:avLst/>
          </a:prstGeom>
          <a:noFill/>
          <a:ln/>
        </p:spPr>
        <p:txBody>
          <a:bodyPr wrap="square" lIns="0" tIns="0" rIns="0" bIns="0" rtlCol="0" anchor="ctr"/>
          <a:lstStyle/>
          <a:p>
            <a:pPr marL="0" indent="0" algn="r">
              <a:buNone/>
            </a:pPr>
            <a:r>
              <a:rPr lang="en-US" sz="950" dirty="0">
                <a:solidFill>
                  <a:srgbClr val="6B7280"/>
                </a:solidFill>
                <a:latin typeface="Calibri" pitchFamily="34" charset="0"/>
                <a:ea typeface="Calibri" pitchFamily="34" charset="-122"/>
                <a:cs typeface="Calibri" pitchFamily="34" charset="-120"/>
              </a:rPr>
              <a:t>11</a:t>
            </a:r>
            <a:endParaRPr lang="en-US" sz="950" dirty="0"/>
          </a:p>
        </p:txBody>
      </p:sp>
      <p:pic>
        <p:nvPicPr>
          <p:cNvPr id="35" name="Picture 34">
            <a:extLst>
              <a:ext uri="{FF2B5EF4-FFF2-40B4-BE49-F238E27FC236}">
                <a16:creationId xmlns:a16="http://schemas.microsoft.com/office/drawing/2014/main" id="{BBD7E53B-5219-5DA7-3456-6F47F5A96200}"/>
              </a:ext>
            </a:extLst>
          </p:cNvPr>
          <p:cNvPicPr>
            <a:picLocks noChangeAspect="1"/>
          </p:cNvPicPr>
          <p:nvPr/>
        </p:nvPicPr>
        <p:blipFill>
          <a:blip r:embed="rId3"/>
          <a:stretch>
            <a:fillRect/>
          </a:stretch>
        </p:blipFill>
        <p:spPr>
          <a:xfrm>
            <a:off x="6675120" y="1449648"/>
            <a:ext cx="4983480" cy="349236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47472"/>
            <a:ext cx="10515600" cy="256032"/>
          </a:xfrm>
          <a:prstGeom prst="rect">
            <a:avLst/>
          </a:prstGeom>
          <a:noFill/>
          <a:ln/>
        </p:spPr>
        <p:txBody>
          <a:bodyPr wrap="square" lIns="0" tIns="0" rIns="0" bIns="0" rtlCol="0" anchor="ctr"/>
          <a:lstStyle/>
          <a:p>
            <a:pPr marL="0" indent="0">
              <a:buNone/>
            </a:pPr>
            <a:r>
              <a:rPr lang="en-US" sz="1050" b="1" kern="0" spc="200" dirty="0">
                <a:solidFill>
                  <a:srgbClr val="C8A02C"/>
                </a:solidFill>
                <a:latin typeface="Calibri" pitchFamily="34" charset="0"/>
                <a:ea typeface="Calibri" pitchFamily="34" charset="-122"/>
                <a:cs typeface="Calibri" pitchFamily="34" charset="-120"/>
              </a:rPr>
              <a:t>SECTION 10</a:t>
            </a:r>
            <a:endParaRPr lang="en-US" sz="105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marL="0" indent="0">
              <a:buNone/>
            </a:pPr>
            <a:r>
              <a:rPr lang="en-US" sz="3100" b="1" dirty="0">
                <a:solidFill>
                  <a:srgbClr val="1B2A55"/>
                </a:solidFill>
                <a:latin typeface="Cambria" pitchFamily="34" charset="0"/>
                <a:ea typeface="Cambria" pitchFamily="34" charset="-122"/>
                <a:cs typeface="Cambria" pitchFamily="34" charset="-120"/>
              </a:rPr>
              <a:t>Timeline &amp; Review Plan</a:t>
            </a:r>
            <a:endParaRPr lang="en-US" sz="3100" dirty="0"/>
          </a:p>
        </p:txBody>
      </p:sp>
      <p:sp>
        <p:nvSpPr>
          <p:cNvPr id="4" name="Shape 2"/>
          <p:cNvSpPr/>
          <p:nvPr/>
        </p:nvSpPr>
        <p:spPr>
          <a:xfrm>
            <a:off x="1645920" y="2880360"/>
            <a:ext cx="8915400" cy="0"/>
          </a:xfrm>
          <a:prstGeom prst="line">
            <a:avLst/>
          </a:prstGeom>
          <a:noFill/>
          <a:ln w="38100">
            <a:solidFill>
              <a:srgbClr val="DDE3EC"/>
            </a:solidFill>
            <a:prstDash val="solid"/>
          </a:ln>
        </p:spPr>
        <p:txBody>
          <a:bodyPr/>
          <a:lstStyle/>
          <a:p>
            <a:endParaRPr lang="en-IN"/>
          </a:p>
        </p:txBody>
      </p:sp>
      <p:sp>
        <p:nvSpPr>
          <p:cNvPr id="5" name="Shape 3"/>
          <p:cNvSpPr/>
          <p:nvPr/>
        </p:nvSpPr>
        <p:spPr>
          <a:xfrm>
            <a:off x="1444752" y="2679192"/>
            <a:ext cx="402336" cy="402336"/>
          </a:xfrm>
          <a:prstGeom prst="ellipse">
            <a:avLst/>
          </a:prstGeom>
          <a:solidFill>
            <a:srgbClr val="A4161A"/>
          </a:solidFill>
          <a:ln w="25400">
            <a:solidFill>
              <a:srgbClr val="A4161A"/>
            </a:solidFill>
            <a:prstDash val="solid"/>
          </a:ln>
        </p:spPr>
        <p:txBody>
          <a:bodyPr/>
          <a:lstStyle/>
          <a:p>
            <a:endParaRPr lang="en-IN"/>
          </a:p>
        </p:txBody>
      </p:sp>
      <p:sp>
        <p:nvSpPr>
          <p:cNvPr id="6" name="Text 4"/>
          <p:cNvSpPr txBox="1"/>
          <p:nvPr/>
        </p:nvSpPr>
        <p:spPr>
          <a:xfrm>
            <a:off x="457200" y="2148840"/>
            <a:ext cx="2377440" cy="320040"/>
          </a:xfrm>
          <a:prstGeom prst="rect">
            <a:avLst/>
          </a:prstGeom>
          <a:noFill/>
          <a:ln/>
        </p:spPr>
        <p:txBody>
          <a:bodyPr wrap="square" lIns="0" tIns="0" rIns="0" bIns="0" rtlCol="0" anchor="ctr"/>
          <a:lstStyle/>
          <a:p>
            <a:pPr marL="0" indent="0" algn="ctr">
              <a:buNone/>
            </a:pPr>
            <a:r>
              <a:rPr lang="en-US" sz="1500" b="1" dirty="0">
                <a:solidFill>
                  <a:srgbClr val="1B2A55"/>
                </a:solidFill>
                <a:latin typeface="Calibri" pitchFamily="34" charset="0"/>
                <a:ea typeface="Calibri" pitchFamily="34" charset="-122"/>
                <a:cs typeface="Calibri" pitchFamily="34" charset="-120"/>
              </a:rPr>
              <a:t>Review 0</a:t>
            </a:r>
            <a:endParaRPr lang="en-US" sz="1500" dirty="0"/>
          </a:p>
        </p:txBody>
      </p:sp>
      <p:sp>
        <p:nvSpPr>
          <p:cNvPr id="7" name="Text 5"/>
          <p:cNvSpPr txBox="1"/>
          <p:nvPr/>
        </p:nvSpPr>
        <p:spPr>
          <a:xfrm>
            <a:off x="457200" y="3200400"/>
            <a:ext cx="2377440" cy="274320"/>
          </a:xfrm>
          <a:prstGeom prst="rect">
            <a:avLst/>
          </a:prstGeom>
          <a:noFill/>
          <a:ln/>
        </p:spPr>
        <p:txBody>
          <a:bodyPr wrap="square" lIns="0" tIns="0" rIns="0" bIns="0" rtlCol="0" anchor="ctr"/>
          <a:lstStyle/>
          <a:p>
            <a:pPr marL="0" indent="0" algn="ctr">
              <a:buNone/>
            </a:pPr>
            <a:r>
              <a:rPr lang="en-US" sz="1200" b="1" kern="0" spc="120" dirty="0">
                <a:solidFill>
                  <a:srgbClr val="C8A02C"/>
                </a:solidFill>
                <a:latin typeface="Calibri" pitchFamily="34" charset="0"/>
                <a:ea typeface="Calibri" pitchFamily="34" charset="-122"/>
                <a:cs typeface="Calibri" pitchFamily="34" charset="-120"/>
              </a:rPr>
              <a:t>Week 2</a:t>
            </a:r>
            <a:endParaRPr lang="en-US" sz="1200" dirty="0"/>
          </a:p>
        </p:txBody>
      </p:sp>
      <p:sp>
        <p:nvSpPr>
          <p:cNvPr id="8" name="Text 6"/>
          <p:cNvSpPr txBox="1"/>
          <p:nvPr/>
        </p:nvSpPr>
        <p:spPr>
          <a:xfrm>
            <a:off x="548640" y="3804423"/>
            <a:ext cx="2545655" cy="822960"/>
          </a:xfrm>
          <a:prstGeom prst="rect">
            <a:avLst/>
          </a:prstGeom>
          <a:noFill/>
          <a:ln/>
        </p:spPr>
        <p:txBody>
          <a:bodyPr wrap="square" lIns="0" tIns="0" rIns="0" bIns="0" rtlCol="0" anchor="ctr"/>
          <a:lstStyle/>
          <a:p>
            <a:pPr marL="285750" indent="-285750">
              <a:buFont typeface="Arial" panose="020B0604020202020204" pitchFamily="34" charset="0"/>
              <a:buChar char="•"/>
            </a:pPr>
            <a:r>
              <a:rPr lang="en-US" sz="1250" dirty="0"/>
              <a:t>Problem understanding and project scope</a:t>
            </a:r>
          </a:p>
          <a:p>
            <a:pPr marL="285750" indent="-285750">
              <a:buFont typeface="Arial" panose="020B0604020202020204" pitchFamily="34" charset="0"/>
              <a:buChar char="•"/>
            </a:pPr>
            <a:r>
              <a:rPr lang="en-US" sz="1250" dirty="0"/>
              <a:t>Dataset selection plan</a:t>
            </a:r>
          </a:p>
          <a:p>
            <a:pPr marL="285750" indent="-285750">
              <a:buFont typeface="Arial" panose="020B0604020202020204" pitchFamily="34" charset="0"/>
              <a:buChar char="•"/>
            </a:pPr>
            <a:r>
              <a:rPr lang="en-US" sz="1250" dirty="0"/>
              <a:t>Team roles finalized</a:t>
            </a:r>
          </a:p>
          <a:p>
            <a:pPr marL="285750" indent="-285750">
              <a:buFont typeface="Arial" panose="020B0604020202020204" pitchFamily="34" charset="0"/>
              <a:buChar char="•"/>
            </a:pPr>
            <a:r>
              <a:rPr lang="en-US" sz="1250" dirty="0"/>
              <a:t>Initial proposal, abstract and objectives</a:t>
            </a:r>
          </a:p>
          <a:p>
            <a:pPr marL="285750" indent="-285750">
              <a:buFont typeface="Arial" panose="020B0604020202020204" pitchFamily="34" charset="0"/>
              <a:buChar char="•"/>
            </a:pPr>
            <a:endParaRPr lang="en-US" sz="1250" dirty="0"/>
          </a:p>
        </p:txBody>
      </p:sp>
      <p:sp>
        <p:nvSpPr>
          <p:cNvPr id="9" name="Shape 7"/>
          <p:cNvSpPr/>
          <p:nvPr/>
        </p:nvSpPr>
        <p:spPr>
          <a:xfrm>
            <a:off x="4416552" y="2679192"/>
            <a:ext cx="402336" cy="402336"/>
          </a:xfrm>
          <a:prstGeom prst="ellipse">
            <a:avLst/>
          </a:prstGeom>
          <a:solidFill>
            <a:srgbClr val="A4161A"/>
          </a:solidFill>
          <a:ln w="25400">
            <a:solidFill>
              <a:srgbClr val="A4161A"/>
            </a:solidFill>
            <a:prstDash val="solid"/>
          </a:ln>
        </p:spPr>
        <p:txBody>
          <a:bodyPr/>
          <a:lstStyle/>
          <a:p>
            <a:endParaRPr lang="en-IN"/>
          </a:p>
        </p:txBody>
      </p:sp>
      <p:sp>
        <p:nvSpPr>
          <p:cNvPr id="10" name="Text 8"/>
          <p:cNvSpPr txBox="1"/>
          <p:nvPr/>
        </p:nvSpPr>
        <p:spPr>
          <a:xfrm>
            <a:off x="3429000" y="2148840"/>
            <a:ext cx="2377440" cy="320040"/>
          </a:xfrm>
          <a:prstGeom prst="rect">
            <a:avLst/>
          </a:prstGeom>
          <a:noFill/>
          <a:ln/>
        </p:spPr>
        <p:txBody>
          <a:bodyPr wrap="square" lIns="0" tIns="0" rIns="0" bIns="0" rtlCol="0" anchor="ctr"/>
          <a:lstStyle/>
          <a:p>
            <a:pPr marL="0" indent="0" algn="ctr">
              <a:buNone/>
            </a:pPr>
            <a:r>
              <a:rPr lang="en-US" sz="1500" b="1" dirty="0">
                <a:solidFill>
                  <a:srgbClr val="1B2A55"/>
                </a:solidFill>
                <a:latin typeface="Calibri" pitchFamily="34" charset="0"/>
                <a:ea typeface="Calibri" pitchFamily="34" charset="-122"/>
                <a:cs typeface="Calibri" pitchFamily="34" charset="-120"/>
              </a:rPr>
              <a:t>Review 1</a:t>
            </a:r>
            <a:endParaRPr lang="en-US" sz="1500" dirty="0"/>
          </a:p>
        </p:txBody>
      </p:sp>
      <p:sp>
        <p:nvSpPr>
          <p:cNvPr id="11" name="Text 9"/>
          <p:cNvSpPr txBox="1"/>
          <p:nvPr/>
        </p:nvSpPr>
        <p:spPr>
          <a:xfrm>
            <a:off x="3429000" y="3200400"/>
            <a:ext cx="2377440" cy="274320"/>
          </a:xfrm>
          <a:prstGeom prst="rect">
            <a:avLst/>
          </a:prstGeom>
          <a:noFill/>
          <a:ln/>
        </p:spPr>
        <p:txBody>
          <a:bodyPr wrap="square" lIns="0" tIns="0" rIns="0" bIns="0" rtlCol="0" anchor="ctr"/>
          <a:lstStyle/>
          <a:p>
            <a:pPr marL="0" indent="0" algn="ctr">
              <a:buNone/>
            </a:pPr>
            <a:r>
              <a:rPr lang="en-US" sz="1200" b="1" kern="0" spc="120" dirty="0">
                <a:solidFill>
                  <a:srgbClr val="C8A02C"/>
                </a:solidFill>
                <a:latin typeface="Calibri" pitchFamily="34" charset="0"/>
                <a:ea typeface="Calibri" pitchFamily="34" charset="-122"/>
                <a:cs typeface="Calibri" pitchFamily="34" charset="-120"/>
              </a:rPr>
              <a:t>Week 5</a:t>
            </a:r>
            <a:endParaRPr lang="en-US" sz="1200" dirty="0"/>
          </a:p>
        </p:txBody>
      </p:sp>
      <p:sp>
        <p:nvSpPr>
          <p:cNvPr id="12" name="Text 10"/>
          <p:cNvSpPr txBox="1"/>
          <p:nvPr/>
        </p:nvSpPr>
        <p:spPr>
          <a:xfrm>
            <a:off x="3291840" y="3520440"/>
            <a:ext cx="2651760" cy="822960"/>
          </a:xfrm>
          <a:prstGeom prst="rect">
            <a:avLst/>
          </a:prstGeom>
          <a:noFill/>
          <a:ln/>
        </p:spPr>
        <p:txBody>
          <a:bodyPr wrap="square" lIns="0" tIns="0" rIns="0" bIns="0" rtlCol="0" anchor="ctr"/>
          <a:lstStyle/>
          <a:p>
            <a:pPr marL="285750" indent="-285750">
              <a:buFont typeface="Arial" panose="020B0604020202020204" pitchFamily="34" charset="0"/>
              <a:buChar char="•"/>
            </a:pPr>
            <a:r>
              <a:rPr lang="en-US" sz="1250" dirty="0"/>
              <a:t>Literature survey completed </a:t>
            </a:r>
          </a:p>
          <a:p>
            <a:pPr marL="285750" indent="-285750">
              <a:buFont typeface="Arial" panose="020B0604020202020204" pitchFamily="34" charset="0"/>
              <a:buChar char="•"/>
            </a:pPr>
            <a:r>
              <a:rPr lang="en-US" sz="1250" dirty="0"/>
              <a:t>Dataset collection and exploratory analysis</a:t>
            </a:r>
          </a:p>
          <a:p>
            <a:pPr marL="285750" indent="-285750">
              <a:buFont typeface="Arial" panose="020B0604020202020204" pitchFamily="34" charset="0"/>
              <a:buChar char="•"/>
            </a:pPr>
            <a:r>
              <a:rPr lang="en-US" sz="1250" dirty="0"/>
              <a:t>Pre-processing pipeline developed</a:t>
            </a:r>
          </a:p>
        </p:txBody>
      </p:sp>
      <p:sp>
        <p:nvSpPr>
          <p:cNvPr id="13" name="Shape 11"/>
          <p:cNvSpPr/>
          <p:nvPr/>
        </p:nvSpPr>
        <p:spPr>
          <a:xfrm>
            <a:off x="7388352" y="2679192"/>
            <a:ext cx="402336" cy="402336"/>
          </a:xfrm>
          <a:prstGeom prst="ellipse">
            <a:avLst/>
          </a:prstGeom>
          <a:solidFill>
            <a:srgbClr val="FFFFFF"/>
          </a:solidFill>
          <a:ln w="25400">
            <a:solidFill>
              <a:srgbClr val="9AA5B8"/>
            </a:solidFill>
            <a:prstDash val="solid"/>
          </a:ln>
        </p:spPr>
        <p:txBody>
          <a:bodyPr/>
          <a:lstStyle/>
          <a:p>
            <a:endParaRPr lang="en-IN"/>
          </a:p>
        </p:txBody>
      </p:sp>
      <p:sp>
        <p:nvSpPr>
          <p:cNvPr id="14" name="Text 12"/>
          <p:cNvSpPr txBox="1"/>
          <p:nvPr/>
        </p:nvSpPr>
        <p:spPr>
          <a:xfrm>
            <a:off x="6400800" y="2148840"/>
            <a:ext cx="2377440" cy="320040"/>
          </a:xfrm>
          <a:prstGeom prst="rect">
            <a:avLst/>
          </a:prstGeom>
          <a:noFill/>
          <a:ln/>
        </p:spPr>
        <p:txBody>
          <a:bodyPr wrap="square" lIns="0" tIns="0" rIns="0" bIns="0" rtlCol="0" anchor="ctr"/>
          <a:lstStyle/>
          <a:p>
            <a:pPr marL="0" indent="0" algn="ctr">
              <a:buNone/>
            </a:pPr>
            <a:r>
              <a:rPr lang="en-US" sz="1500" b="1" dirty="0">
                <a:solidFill>
                  <a:srgbClr val="1B2A55"/>
                </a:solidFill>
                <a:latin typeface="Calibri" pitchFamily="34" charset="0"/>
                <a:ea typeface="Calibri" pitchFamily="34" charset="-122"/>
                <a:cs typeface="Calibri" pitchFamily="34" charset="-120"/>
              </a:rPr>
              <a:t>Review 2</a:t>
            </a:r>
            <a:endParaRPr lang="en-US" sz="1500" dirty="0"/>
          </a:p>
        </p:txBody>
      </p:sp>
      <p:sp>
        <p:nvSpPr>
          <p:cNvPr id="15" name="Text 13"/>
          <p:cNvSpPr txBox="1"/>
          <p:nvPr/>
        </p:nvSpPr>
        <p:spPr>
          <a:xfrm>
            <a:off x="6400800" y="3200400"/>
            <a:ext cx="2377440" cy="274320"/>
          </a:xfrm>
          <a:prstGeom prst="rect">
            <a:avLst/>
          </a:prstGeom>
          <a:noFill/>
          <a:ln/>
        </p:spPr>
        <p:txBody>
          <a:bodyPr wrap="square" lIns="0" tIns="0" rIns="0" bIns="0" rtlCol="0" anchor="ctr"/>
          <a:lstStyle/>
          <a:p>
            <a:pPr marL="0" indent="0" algn="ctr">
              <a:buNone/>
            </a:pPr>
            <a:r>
              <a:rPr lang="en-US" sz="1200" b="1" kern="0" spc="120" dirty="0">
                <a:solidFill>
                  <a:srgbClr val="C8A02C"/>
                </a:solidFill>
                <a:latin typeface="Calibri" pitchFamily="34" charset="0"/>
                <a:ea typeface="Calibri" pitchFamily="34" charset="-122"/>
                <a:cs typeface="Calibri" pitchFamily="34" charset="-120"/>
              </a:rPr>
              <a:t>Week 9</a:t>
            </a:r>
            <a:endParaRPr lang="en-US" sz="1200" dirty="0"/>
          </a:p>
        </p:txBody>
      </p:sp>
      <p:sp>
        <p:nvSpPr>
          <p:cNvPr id="16" name="Text 14"/>
          <p:cNvSpPr txBox="1"/>
          <p:nvPr/>
        </p:nvSpPr>
        <p:spPr>
          <a:xfrm>
            <a:off x="6263640" y="3520440"/>
            <a:ext cx="2651760" cy="822960"/>
          </a:xfrm>
          <a:prstGeom prst="rect">
            <a:avLst/>
          </a:prstGeom>
          <a:noFill/>
          <a:ln/>
        </p:spPr>
        <p:txBody>
          <a:bodyPr wrap="square" lIns="0" tIns="0" rIns="0" bIns="0" rtlCol="0" anchor="ctr"/>
          <a:lstStyle/>
          <a:p>
            <a:pPr marL="285750" indent="-285750">
              <a:buFont typeface="Arial" panose="020B0604020202020204" pitchFamily="34" charset="0"/>
              <a:buChar char="•"/>
            </a:pPr>
            <a:r>
              <a:rPr lang="en-US" sz="1250" dirty="0">
                <a:solidFill>
                  <a:srgbClr val="1F2430"/>
                </a:solidFill>
                <a:latin typeface="Calibri" pitchFamily="34" charset="0"/>
                <a:ea typeface="Calibri" pitchFamily="34" charset="-122"/>
                <a:cs typeface="Calibri" pitchFamily="34" charset="-120"/>
              </a:rPr>
              <a:t>System architecture finalized</a:t>
            </a:r>
          </a:p>
          <a:p>
            <a:pPr marL="285750" indent="-285750">
              <a:buFont typeface="Arial" panose="020B0604020202020204" pitchFamily="34" charset="0"/>
              <a:buChar char="•"/>
            </a:pPr>
            <a:r>
              <a:rPr lang="en-US" sz="1250" dirty="0">
                <a:solidFill>
                  <a:srgbClr val="1F2430"/>
                </a:solidFill>
                <a:latin typeface="Calibri" pitchFamily="34" charset="0"/>
                <a:ea typeface="Calibri" pitchFamily="34" charset="-122"/>
                <a:cs typeface="Calibri" pitchFamily="34" charset="-120"/>
              </a:rPr>
              <a:t>Model training and tuning </a:t>
            </a:r>
          </a:p>
          <a:p>
            <a:pPr marL="285750" indent="-285750">
              <a:buFont typeface="Arial" panose="020B0604020202020204" pitchFamily="34" charset="0"/>
              <a:buChar char="•"/>
            </a:pPr>
            <a:r>
              <a:rPr lang="en-US" sz="1250" dirty="0">
                <a:solidFill>
                  <a:srgbClr val="1F2430"/>
                </a:solidFill>
                <a:latin typeface="Calibri" pitchFamily="34" charset="0"/>
                <a:ea typeface="Calibri" pitchFamily="34" charset="-122"/>
                <a:cs typeface="Calibri" pitchFamily="34" charset="-120"/>
              </a:rPr>
              <a:t>Stream lit interface development</a:t>
            </a:r>
            <a:endParaRPr lang="en-US" sz="1250" dirty="0"/>
          </a:p>
        </p:txBody>
      </p:sp>
      <p:sp>
        <p:nvSpPr>
          <p:cNvPr id="17" name="Shape 15"/>
          <p:cNvSpPr/>
          <p:nvPr/>
        </p:nvSpPr>
        <p:spPr>
          <a:xfrm>
            <a:off x="10360152" y="2679192"/>
            <a:ext cx="402336" cy="402336"/>
          </a:xfrm>
          <a:prstGeom prst="ellipse">
            <a:avLst/>
          </a:prstGeom>
          <a:solidFill>
            <a:srgbClr val="FFFFFF"/>
          </a:solidFill>
          <a:ln w="25400">
            <a:solidFill>
              <a:srgbClr val="9AA5B8"/>
            </a:solidFill>
            <a:prstDash val="solid"/>
          </a:ln>
        </p:spPr>
        <p:txBody>
          <a:bodyPr/>
          <a:lstStyle/>
          <a:p>
            <a:endParaRPr lang="en-IN"/>
          </a:p>
        </p:txBody>
      </p:sp>
      <p:sp>
        <p:nvSpPr>
          <p:cNvPr id="18" name="Text 16"/>
          <p:cNvSpPr txBox="1"/>
          <p:nvPr/>
        </p:nvSpPr>
        <p:spPr>
          <a:xfrm>
            <a:off x="9372600" y="2148840"/>
            <a:ext cx="2377440" cy="320040"/>
          </a:xfrm>
          <a:prstGeom prst="rect">
            <a:avLst/>
          </a:prstGeom>
          <a:noFill/>
          <a:ln/>
        </p:spPr>
        <p:txBody>
          <a:bodyPr wrap="square" lIns="0" tIns="0" rIns="0" bIns="0" rtlCol="0" anchor="ctr"/>
          <a:lstStyle/>
          <a:p>
            <a:pPr marL="0" indent="0" algn="ctr">
              <a:buNone/>
            </a:pPr>
            <a:r>
              <a:rPr lang="en-US" sz="1500" b="1" dirty="0">
                <a:solidFill>
                  <a:srgbClr val="1B2A55"/>
                </a:solidFill>
                <a:latin typeface="Calibri" pitchFamily="34" charset="0"/>
                <a:ea typeface="Calibri" pitchFamily="34" charset="-122"/>
                <a:cs typeface="Calibri" pitchFamily="34" charset="-120"/>
              </a:rPr>
              <a:t>Final</a:t>
            </a:r>
            <a:endParaRPr lang="en-US" sz="1500" dirty="0"/>
          </a:p>
        </p:txBody>
      </p:sp>
      <p:sp>
        <p:nvSpPr>
          <p:cNvPr id="19" name="Text 17"/>
          <p:cNvSpPr txBox="1"/>
          <p:nvPr/>
        </p:nvSpPr>
        <p:spPr>
          <a:xfrm>
            <a:off x="9372600" y="3200400"/>
            <a:ext cx="2377440" cy="274320"/>
          </a:xfrm>
          <a:prstGeom prst="rect">
            <a:avLst/>
          </a:prstGeom>
          <a:noFill/>
          <a:ln/>
        </p:spPr>
        <p:txBody>
          <a:bodyPr wrap="square" lIns="0" tIns="0" rIns="0" bIns="0" rtlCol="0" anchor="ctr"/>
          <a:lstStyle/>
          <a:p>
            <a:pPr marL="0" indent="0" algn="ctr">
              <a:buNone/>
            </a:pPr>
            <a:r>
              <a:rPr lang="en-US" sz="1200" b="1" kern="0" spc="120" dirty="0">
                <a:solidFill>
                  <a:srgbClr val="C8A02C"/>
                </a:solidFill>
                <a:latin typeface="Calibri" pitchFamily="34" charset="0"/>
                <a:ea typeface="Calibri" pitchFamily="34" charset="-122"/>
                <a:cs typeface="Calibri" pitchFamily="34" charset="-120"/>
              </a:rPr>
              <a:t>Week 14</a:t>
            </a:r>
            <a:endParaRPr lang="en-US" sz="1200" dirty="0"/>
          </a:p>
        </p:txBody>
      </p:sp>
      <p:sp>
        <p:nvSpPr>
          <p:cNvPr id="20" name="Text 18"/>
          <p:cNvSpPr txBox="1"/>
          <p:nvPr/>
        </p:nvSpPr>
        <p:spPr>
          <a:xfrm>
            <a:off x="9235440" y="3520440"/>
            <a:ext cx="2651760" cy="822960"/>
          </a:xfrm>
          <a:prstGeom prst="rect">
            <a:avLst/>
          </a:prstGeom>
          <a:noFill/>
          <a:ln/>
        </p:spPr>
        <p:txBody>
          <a:bodyPr wrap="square" lIns="0" tIns="0" rIns="0" bIns="0" rtlCol="0" anchor="ctr"/>
          <a:lstStyle/>
          <a:p>
            <a:pPr marL="285750" indent="-285750">
              <a:buFont typeface="Arial" panose="020B0604020202020204" pitchFamily="34" charset="0"/>
              <a:buChar char="•"/>
            </a:pPr>
            <a:r>
              <a:rPr lang="en-US" sz="1250" dirty="0">
                <a:solidFill>
                  <a:srgbClr val="1F2430"/>
                </a:solidFill>
                <a:latin typeface="Calibri" pitchFamily="34" charset="0"/>
                <a:ea typeface="Calibri" pitchFamily="34" charset="-122"/>
                <a:cs typeface="Calibri" pitchFamily="34" charset="-120"/>
              </a:rPr>
              <a:t>Complete system with all features</a:t>
            </a:r>
            <a:br>
              <a:rPr lang="en-US" sz="1250" dirty="0">
                <a:solidFill>
                  <a:srgbClr val="1F2430"/>
                </a:solidFill>
                <a:latin typeface="Calibri" pitchFamily="34" charset="0"/>
                <a:ea typeface="Calibri" pitchFamily="34" charset="-122"/>
                <a:cs typeface="Calibri" pitchFamily="34" charset="-120"/>
              </a:rPr>
            </a:br>
            <a:r>
              <a:rPr lang="en-US" sz="1250" dirty="0">
                <a:solidFill>
                  <a:srgbClr val="1F2430"/>
                </a:solidFill>
                <a:latin typeface="Calibri" pitchFamily="34" charset="0"/>
                <a:ea typeface="Calibri" pitchFamily="34" charset="-122"/>
                <a:cs typeface="Calibri" pitchFamily="34" charset="-120"/>
              </a:rPr>
              <a:t>Final testing and evaluation</a:t>
            </a:r>
            <a:br>
              <a:rPr lang="en-US" sz="1250" dirty="0">
                <a:solidFill>
                  <a:srgbClr val="1F2430"/>
                </a:solidFill>
                <a:latin typeface="Calibri" pitchFamily="34" charset="0"/>
                <a:ea typeface="Calibri" pitchFamily="34" charset="-122"/>
                <a:cs typeface="Calibri" pitchFamily="34" charset="-120"/>
              </a:rPr>
            </a:br>
            <a:r>
              <a:rPr lang="en-US" sz="1250" dirty="0">
                <a:solidFill>
                  <a:srgbClr val="1F2430"/>
                </a:solidFill>
                <a:latin typeface="Calibri" pitchFamily="34" charset="0"/>
                <a:ea typeface="Calibri" pitchFamily="34" charset="-122"/>
                <a:cs typeface="Calibri" pitchFamily="34" charset="-120"/>
              </a:rPr>
              <a:t>Full demo </a:t>
            </a:r>
            <a:endParaRPr lang="en-US" sz="1250" dirty="0"/>
          </a:p>
        </p:txBody>
      </p:sp>
      <p:sp>
        <p:nvSpPr>
          <p:cNvPr id="24" name="Text 22"/>
          <p:cNvSpPr txBox="1"/>
          <p:nvPr/>
        </p:nvSpPr>
        <p:spPr>
          <a:xfrm>
            <a:off x="548640" y="6355080"/>
            <a:ext cx="6400800" cy="274320"/>
          </a:xfrm>
          <a:prstGeom prst="rect">
            <a:avLst/>
          </a:prstGeom>
          <a:noFill/>
          <a:ln/>
        </p:spPr>
        <p:txBody>
          <a:bodyPr wrap="square" lIns="0" tIns="0" rIns="0" bIns="0" rtlCol="0" anchor="ctr"/>
          <a:lstStyle/>
          <a:p>
            <a:pPr marL="0" indent="0">
              <a:buNone/>
            </a:pPr>
            <a:r>
              <a:rPr lang="en-US" sz="950" dirty="0">
                <a:solidFill>
                  <a:srgbClr val="6B7280"/>
                </a:solidFill>
                <a:latin typeface="Calibri" pitchFamily="34" charset="0"/>
                <a:ea typeface="Calibri" pitchFamily="34" charset="-122"/>
                <a:cs typeface="Calibri" pitchFamily="34" charset="-120"/>
              </a:rPr>
              <a:t>Dept. of CSE  |  KL University, Bachupally Campus</a:t>
            </a:r>
            <a:endParaRPr lang="en-US" sz="950" dirty="0"/>
          </a:p>
        </p:txBody>
      </p:sp>
      <p:sp>
        <p:nvSpPr>
          <p:cNvPr id="25" name="Text 23"/>
          <p:cNvSpPr txBox="1"/>
          <p:nvPr/>
        </p:nvSpPr>
        <p:spPr>
          <a:xfrm>
            <a:off x="11064240" y="6355080"/>
            <a:ext cx="548640" cy="274320"/>
          </a:xfrm>
          <a:prstGeom prst="rect">
            <a:avLst/>
          </a:prstGeom>
          <a:noFill/>
          <a:ln/>
        </p:spPr>
        <p:txBody>
          <a:bodyPr wrap="square" lIns="0" tIns="0" rIns="0" bIns="0" rtlCol="0" anchor="ctr"/>
          <a:lstStyle/>
          <a:p>
            <a:pPr marL="0" indent="0" algn="r">
              <a:buNone/>
            </a:pPr>
            <a:r>
              <a:rPr lang="en-US" sz="950" dirty="0">
                <a:solidFill>
                  <a:srgbClr val="6B7280"/>
                </a:solidFill>
                <a:latin typeface="Calibri" pitchFamily="34" charset="0"/>
                <a:ea typeface="Calibri" pitchFamily="34" charset="-122"/>
                <a:cs typeface="Calibri" pitchFamily="34" charset="-120"/>
              </a:rPr>
              <a:t>12</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47472"/>
            <a:ext cx="10515600" cy="256032"/>
          </a:xfrm>
          <a:prstGeom prst="rect">
            <a:avLst/>
          </a:prstGeom>
          <a:noFill/>
          <a:ln/>
        </p:spPr>
        <p:txBody>
          <a:bodyPr wrap="square" lIns="0" tIns="0" rIns="0" bIns="0" rtlCol="0" anchor="ctr"/>
          <a:lstStyle/>
          <a:p>
            <a:pPr marL="0" indent="0">
              <a:buNone/>
            </a:pPr>
            <a:r>
              <a:rPr lang="en-US" sz="1050" b="1" kern="0" spc="200" dirty="0">
                <a:solidFill>
                  <a:srgbClr val="C8A02C"/>
                </a:solidFill>
                <a:latin typeface="Calibri" pitchFamily="34" charset="0"/>
                <a:ea typeface="Calibri" pitchFamily="34" charset="-122"/>
                <a:cs typeface="Calibri" pitchFamily="34" charset="-120"/>
              </a:rPr>
              <a:t>SECTION 11</a:t>
            </a:r>
            <a:endParaRPr lang="en-US" sz="105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marL="0" indent="0">
              <a:buNone/>
            </a:pPr>
            <a:r>
              <a:rPr lang="en-US" sz="3100" b="1" dirty="0">
                <a:solidFill>
                  <a:srgbClr val="1B2A55"/>
                </a:solidFill>
                <a:latin typeface="Cambria" pitchFamily="34" charset="0"/>
                <a:ea typeface="Cambria" pitchFamily="34" charset="-122"/>
                <a:cs typeface="Cambria" pitchFamily="34" charset="-120"/>
              </a:rPr>
              <a:t>Expected Outcome &amp; Conclusion</a:t>
            </a:r>
            <a:endParaRPr lang="en-US" sz="3100" dirty="0"/>
          </a:p>
        </p:txBody>
      </p:sp>
      <p:sp>
        <p:nvSpPr>
          <p:cNvPr id="4" name="Shape 2"/>
          <p:cNvSpPr/>
          <p:nvPr/>
        </p:nvSpPr>
        <p:spPr>
          <a:xfrm>
            <a:off x="548640" y="1463040"/>
            <a:ext cx="3520440" cy="2194560"/>
          </a:xfrm>
          <a:prstGeom prst="roundRect">
            <a:avLst>
              <a:gd name="adj" fmla="val 3333"/>
            </a:avLst>
          </a:prstGeom>
          <a:solidFill>
            <a:srgbClr val="F1F4F9"/>
          </a:solidFill>
          <a:ln w="12700">
            <a:solidFill>
              <a:srgbClr val="DDE3EC"/>
            </a:solidFill>
            <a:prstDash val="solid"/>
          </a:ln>
        </p:spPr>
        <p:txBody>
          <a:bodyPr/>
          <a:lstStyle/>
          <a:p>
            <a:endParaRPr lang="en-IN"/>
          </a:p>
        </p:txBody>
      </p:sp>
      <p:sp>
        <p:nvSpPr>
          <p:cNvPr id="5" name="Text 3"/>
          <p:cNvSpPr txBox="1"/>
          <p:nvPr/>
        </p:nvSpPr>
        <p:spPr>
          <a:xfrm>
            <a:off x="822960" y="1691640"/>
            <a:ext cx="2971800" cy="274320"/>
          </a:xfrm>
          <a:prstGeom prst="rect">
            <a:avLst/>
          </a:prstGeom>
          <a:noFill/>
          <a:ln/>
        </p:spPr>
        <p:txBody>
          <a:bodyPr wrap="square" lIns="0" tIns="0" rIns="0" bIns="0" rtlCol="0" anchor="ctr"/>
          <a:lstStyle/>
          <a:p>
            <a:pPr marL="0" indent="0">
              <a:buNone/>
            </a:pPr>
            <a:r>
              <a:rPr lang="en-US" sz="1050" b="1" kern="0" spc="150" dirty="0">
                <a:solidFill>
                  <a:srgbClr val="A4161A"/>
                </a:solidFill>
                <a:latin typeface="Calibri" pitchFamily="34" charset="0"/>
                <a:ea typeface="Calibri" pitchFamily="34" charset="-122"/>
                <a:cs typeface="Calibri" pitchFamily="34" charset="-120"/>
              </a:rPr>
              <a:t>DELIVERABLE</a:t>
            </a:r>
            <a:endParaRPr lang="en-US" sz="1050" dirty="0"/>
          </a:p>
        </p:txBody>
      </p:sp>
      <p:sp>
        <p:nvSpPr>
          <p:cNvPr id="6" name="Text 4"/>
          <p:cNvSpPr txBox="1"/>
          <p:nvPr/>
        </p:nvSpPr>
        <p:spPr>
          <a:xfrm>
            <a:off x="777240" y="1828800"/>
            <a:ext cx="2971800" cy="1371600"/>
          </a:xfrm>
          <a:prstGeom prst="rect">
            <a:avLst/>
          </a:prstGeom>
          <a:noFill/>
          <a:ln/>
        </p:spPr>
        <p:txBody>
          <a:bodyPr wrap="square" lIns="0" tIns="0" rIns="0" bIns="0" rtlCol="0" anchor="ctr"/>
          <a:lstStyle/>
          <a:p>
            <a:r>
              <a:rPr lang="en-IN" sz="1600" dirty="0"/>
              <a:t>A working web-based Credit Card Fraud Detection System that detects and classifies transactions as fraudulent or legitimate.</a:t>
            </a:r>
            <a:endParaRPr lang="en-US" sz="1600" dirty="0"/>
          </a:p>
        </p:txBody>
      </p:sp>
      <p:sp>
        <p:nvSpPr>
          <p:cNvPr id="7" name="Shape 5"/>
          <p:cNvSpPr/>
          <p:nvPr/>
        </p:nvSpPr>
        <p:spPr>
          <a:xfrm>
            <a:off x="4297680" y="1463040"/>
            <a:ext cx="3520440" cy="2194560"/>
          </a:xfrm>
          <a:prstGeom prst="roundRect">
            <a:avLst>
              <a:gd name="adj" fmla="val 3333"/>
            </a:avLst>
          </a:prstGeom>
          <a:solidFill>
            <a:srgbClr val="1B2A55"/>
          </a:solidFill>
          <a:ln w="12700">
            <a:solidFill>
              <a:srgbClr val="1B2A55"/>
            </a:solidFill>
            <a:prstDash val="solid"/>
          </a:ln>
        </p:spPr>
        <p:txBody>
          <a:bodyPr/>
          <a:lstStyle/>
          <a:p>
            <a:endParaRPr lang="en-IN"/>
          </a:p>
        </p:txBody>
      </p:sp>
      <p:sp>
        <p:nvSpPr>
          <p:cNvPr id="8" name="Text 6"/>
          <p:cNvSpPr txBox="1"/>
          <p:nvPr/>
        </p:nvSpPr>
        <p:spPr>
          <a:xfrm>
            <a:off x="4572000" y="1691640"/>
            <a:ext cx="2971800" cy="274320"/>
          </a:xfrm>
          <a:prstGeom prst="rect">
            <a:avLst/>
          </a:prstGeom>
          <a:noFill/>
          <a:ln/>
        </p:spPr>
        <p:txBody>
          <a:bodyPr wrap="square" lIns="0" tIns="0" rIns="0" bIns="0" rtlCol="0" anchor="ctr"/>
          <a:lstStyle/>
          <a:p>
            <a:pPr marL="0" indent="0">
              <a:buNone/>
            </a:pPr>
            <a:r>
              <a:rPr lang="en-US" sz="1050" b="1" kern="0" spc="150" dirty="0">
                <a:solidFill>
                  <a:srgbClr val="C8A02C"/>
                </a:solidFill>
                <a:latin typeface="Calibri" pitchFamily="34" charset="0"/>
                <a:ea typeface="Calibri" pitchFamily="34" charset="-122"/>
                <a:cs typeface="Calibri" pitchFamily="34" charset="-120"/>
              </a:rPr>
              <a:t>MEASURABLE TARGET</a:t>
            </a:r>
            <a:endParaRPr lang="en-US" sz="1050" dirty="0"/>
          </a:p>
        </p:txBody>
      </p:sp>
      <p:sp>
        <p:nvSpPr>
          <p:cNvPr id="9" name="Text 7"/>
          <p:cNvSpPr txBox="1"/>
          <p:nvPr/>
        </p:nvSpPr>
        <p:spPr>
          <a:xfrm>
            <a:off x="4572000" y="2057400"/>
            <a:ext cx="2971800" cy="1371600"/>
          </a:xfrm>
          <a:prstGeom prst="rect">
            <a:avLst/>
          </a:prstGeom>
          <a:noFill/>
          <a:ln/>
        </p:spPr>
        <p:txBody>
          <a:bodyPr wrap="square" lIns="0" tIns="0" rIns="0" bIns="0" rtlCol="0" anchor="ctr"/>
          <a:lstStyle/>
          <a:p>
            <a:r>
              <a:rPr lang="en-IN" sz="1600" dirty="0">
                <a:solidFill>
                  <a:schemeClr val="accent4">
                    <a:lumMod val="75000"/>
                  </a:schemeClr>
                </a:solidFill>
              </a:rPr>
              <a:t>Achieve high fraud-detection performance based on accuracy, precision, recall, and F1-score, with fast prediction response.</a:t>
            </a:r>
            <a:endParaRPr lang="en-US" sz="1600" dirty="0">
              <a:solidFill>
                <a:schemeClr val="accent4">
                  <a:lumMod val="75000"/>
                </a:schemeClr>
              </a:solidFill>
            </a:endParaRPr>
          </a:p>
        </p:txBody>
      </p:sp>
      <p:sp>
        <p:nvSpPr>
          <p:cNvPr id="10" name="Shape 8"/>
          <p:cNvSpPr/>
          <p:nvPr/>
        </p:nvSpPr>
        <p:spPr>
          <a:xfrm>
            <a:off x="8046720" y="1463040"/>
            <a:ext cx="3520440" cy="2194560"/>
          </a:xfrm>
          <a:prstGeom prst="roundRect">
            <a:avLst>
              <a:gd name="adj" fmla="val 3333"/>
            </a:avLst>
          </a:prstGeom>
          <a:solidFill>
            <a:srgbClr val="F1F4F9"/>
          </a:solidFill>
          <a:ln w="12700">
            <a:solidFill>
              <a:srgbClr val="DDE3EC"/>
            </a:solidFill>
            <a:prstDash val="solid"/>
          </a:ln>
        </p:spPr>
        <p:txBody>
          <a:bodyPr/>
          <a:lstStyle/>
          <a:p>
            <a:endParaRPr lang="en-IN"/>
          </a:p>
        </p:txBody>
      </p:sp>
      <p:sp>
        <p:nvSpPr>
          <p:cNvPr id="11" name="Text 9"/>
          <p:cNvSpPr txBox="1"/>
          <p:nvPr/>
        </p:nvSpPr>
        <p:spPr>
          <a:xfrm>
            <a:off x="8321040" y="1691640"/>
            <a:ext cx="2971800" cy="274320"/>
          </a:xfrm>
          <a:prstGeom prst="rect">
            <a:avLst/>
          </a:prstGeom>
          <a:noFill/>
          <a:ln/>
        </p:spPr>
        <p:txBody>
          <a:bodyPr wrap="square" lIns="0" tIns="0" rIns="0" bIns="0" rtlCol="0" anchor="ctr"/>
          <a:lstStyle/>
          <a:p>
            <a:pPr marL="0" indent="0">
              <a:buNone/>
            </a:pPr>
            <a:r>
              <a:rPr lang="en-US" sz="1050" b="1" kern="0" spc="150" dirty="0">
                <a:solidFill>
                  <a:srgbClr val="A4161A"/>
                </a:solidFill>
                <a:latin typeface="Calibri" pitchFamily="34" charset="0"/>
                <a:ea typeface="Calibri" pitchFamily="34" charset="-122"/>
                <a:cs typeface="Calibri" pitchFamily="34" charset="-120"/>
              </a:rPr>
              <a:t>BEYOND THE LAB</a:t>
            </a:r>
            <a:endParaRPr lang="en-US" sz="1050" dirty="0"/>
          </a:p>
        </p:txBody>
      </p:sp>
      <p:sp>
        <p:nvSpPr>
          <p:cNvPr id="12" name="Text 10"/>
          <p:cNvSpPr txBox="1"/>
          <p:nvPr/>
        </p:nvSpPr>
        <p:spPr>
          <a:xfrm>
            <a:off x="8321040" y="2057400"/>
            <a:ext cx="2971800" cy="1371600"/>
          </a:xfrm>
          <a:prstGeom prst="rect">
            <a:avLst/>
          </a:prstGeom>
          <a:noFill/>
          <a:ln/>
        </p:spPr>
        <p:txBody>
          <a:bodyPr wrap="square" lIns="0" tIns="0" rIns="0" bIns="0" rtlCol="0" anchor="ctr"/>
          <a:lstStyle/>
          <a:p>
            <a:r>
              <a:rPr lang="en-IN" sz="1600" dirty="0"/>
              <a:t>Can be used by banks and financial institutions to monitor transactions and identify suspicious activities.</a:t>
            </a:r>
            <a:endParaRPr lang="en-US" sz="1600" dirty="0"/>
          </a:p>
        </p:txBody>
      </p:sp>
      <p:sp>
        <p:nvSpPr>
          <p:cNvPr id="13" name="Shape 11"/>
          <p:cNvSpPr/>
          <p:nvPr/>
        </p:nvSpPr>
        <p:spPr>
          <a:xfrm>
            <a:off x="548640" y="3931920"/>
            <a:ext cx="11064240" cy="1920240"/>
          </a:xfrm>
          <a:prstGeom prst="roundRect">
            <a:avLst>
              <a:gd name="adj" fmla="val 3810"/>
            </a:avLst>
          </a:prstGeom>
          <a:solidFill>
            <a:srgbClr val="F1F4F9"/>
          </a:solidFill>
          <a:ln w="12700">
            <a:solidFill>
              <a:srgbClr val="DDE3EC"/>
            </a:solidFill>
            <a:prstDash val="solid"/>
          </a:ln>
        </p:spPr>
        <p:txBody>
          <a:bodyPr/>
          <a:lstStyle/>
          <a:p>
            <a:endParaRPr lang="en-IN"/>
          </a:p>
        </p:txBody>
      </p:sp>
      <p:sp>
        <p:nvSpPr>
          <p:cNvPr id="14" name="Text 12"/>
          <p:cNvSpPr txBox="1"/>
          <p:nvPr/>
        </p:nvSpPr>
        <p:spPr>
          <a:xfrm>
            <a:off x="868680" y="4160520"/>
            <a:ext cx="10424160" cy="274320"/>
          </a:xfrm>
          <a:prstGeom prst="rect">
            <a:avLst/>
          </a:prstGeom>
          <a:noFill/>
          <a:ln/>
        </p:spPr>
        <p:txBody>
          <a:bodyPr wrap="square" lIns="0" tIns="0" rIns="0" bIns="0" rtlCol="0" anchor="ctr"/>
          <a:lstStyle/>
          <a:p>
            <a:pPr marL="0" indent="0">
              <a:buNone/>
            </a:pPr>
            <a:r>
              <a:rPr lang="en-US" sz="1050" b="1" kern="0" spc="200" dirty="0">
                <a:solidFill>
                  <a:srgbClr val="C8A02C"/>
                </a:solidFill>
                <a:latin typeface="Calibri" pitchFamily="34" charset="0"/>
                <a:ea typeface="Calibri" pitchFamily="34" charset="-122"/>
                <a:cs typeface="Calibri" pitchFamily="34" charset="-120"/>
              </a:rPr>
              <a:t>CONCLUSION</a:t>
            </a:r>
            <a:endParaRPr lang="en-US" sz="1050" dirty="0"/>
          </a:p>
        </p:txBody>
      </p:sp>
      <p:sp>
        <p:nvSpPr>
          <p:cNvPr id="15" name="Text 13"/>
          <p:cNvSpPr txBox="1"/>
          <p:nvPr/>
        </p:nvSpPr>
        <p:spPr>
          <a:xfrm>
            <a:off x="868680" y="4480560"/>
            <a:ext cx="10424160" cy="1188720"/>
          </a:xfrm>
          <a:prstGeom prst="rect">
            <a:avLst/>
          </a:prstGeom>
          <a:noFill/>
          <a:ln/>
        </p:spPr>
        <p:txBody>
          <a:bodyPr wrap="square" lIns="0" tIns="0" rIns="0" bIns="0" rtlCol="0" anchor="ctr"/>
          <a:lstStyle/>
          <a:p>
            <a:r>
              <a:rPr lang="en-IN" sz="1600" dirty="0"/>
              <a:t>Our project aims to detect fraudulent credit card transactions using Machine Learning. Existing methods face challenges such as imbalanced data and changing fraud patterns. Our system provides fraud detection, risk analysis, alerts, transaction history, and an interactive dashboard.</a:t>
            </a:r>
            <a:br>
              <a:rPr lang="en-IN" sz="1600" dirty="0"/>
            </a:br>
            <a:r>
              <a:rPr lang="en-IN" sz="1600" b="1" dirty="0"/>
              <a:t>Future scope:</a:t>
            </a:r>
            <a:r>
              <a:rPr lang="en-IN" sz="1600" dirty="0"/>
              <a:t> Real-time transaction monitoring and advanced deep-learning models can be add</a:t>
            </a:r>
            <a:endParaRPr lang="en-US" sz="1450" dirty="0"/>
          </a:p>
        </p:txBody>
      </p:sp>
      <p:sp>
        <p:nvSpPr>
          <p:cNvPr id="16" name="Text 14"/>
          <p:cNvSpPr txBox="1"/>
          <p:nvPr/>
        </p:nvSpPr>
        <p:spPr>
          <a:xfrm>
            <a:off x="548640" y="6355080"/>
            <a:ext cx="6400800" cy="274320"/>
          </a:xfrm>
          <a:prstGeom prst="rect">
            <a:avLst/>
          </a:prstGeom>
          <a:noFill/>
          <a:ln/>
        </p:spPr>
        <p:txBody>
          <a:bodyPr wrap="square" lIns="0" tIns="0" rIns="0" bIns="0" rtlCol="0" anchor="ctr"/>
          <a:lstStyle/>
          <a:p>
            <a:pPr marL="0" indent="0">
              <a:buNone/>
            </a:pPr>
            <a:r>
              <a:rPr lang="en-US" sz="950" dirty="0">
                <a:solidFill>
                  <a:srgbClr val="6B7280"/>
                </a:solidFill>
                <a:latin typeface="Calibri" pitchFamily="34" charset="0"/>
                <a:ea typeface="Calibri" pitchFamily="34" charset="-122"/>
                <a:cs typeface="Calibri" pitchFamily="34" charset="-120"/>
              </a:rPr>
              <a:t>Dept. of CSE  |  KL University, Bachupally Campus</a:t>
            </a:r>
            <a:endParaRPr lang="en-US" sz="950" dirty="0"/>
          </a:p>
        </p:txBody>
      </p:sp>
      <p:sp>
        <p:nvSpPr>
          <p:cNvPr id="17" name="Text 15"/>
          <p:cNvSpPr txBox="1"/>
          <p:nvPr/>
        </p:nvSpPr>
        <p:spPr>
          <a:xfrm>
            <a:off x="11064240" y="6355080"/>
            <a:ext cx="548640" cy="274320"/>
          </a:xfrm>
          <a:prstGeom prst="rect">
            <a:avLst/>
          </a:prstGeom>
          <a:noFill/>
          <a:ln/>
        </p:spPr>
        <p:txBody>
          <a:bodyPr wrap="square" lIns="0" tIns="0" rIns="0" bIns="0" rtlCol="0" anchor="ctr"/>
          <a:lstStyle/>
          <a:p>
            <a:pPr marL="0" indent="0" algn="r">
              <a:buNone/>
            </a:pPr>
            <a:r>
              <a:rPr lang="en-US" sz="950" dirty="0">
                <a:solidFill>
                  <a:srgbClr val="6B7280"/>
                </a:solidFill>
                <a:latin typeface="Calibri" pitchFamily="34" charset="0"/>
                <a:ea typeface="Calibri" pitchFamily="34" charset="-122"/>
                <a:cs typeface="Calibri" pitchFamily="34" charset="-120"/>
              </a:rPr>
              <a:t>13</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47472"/>
            <a:ext cx="10515600" cy="256032"/>
          </a:xfrm>
          <a:prstGeom prst="rect">
            <a:avLst/>
          </a:prstGeom>
          <a:noFill/>
          <a:ln/>
        </p:spPr>
        <p:txBody>
          <a:bodyPr wrap="square" lIns="0" tIns="0" rIns="0" bIns="0" rtlCol="0" anchor="ctr"/>
          <a:lstStyle/>
          <a:p>
            <a:pPr marL="0" indent="0">
              <a:buNone/>
            </a:pPr>
            <a:r>
              <a:rPr lang="en-US" sz="1050" b="1" kern="0" spc="200" dirty="0">
                <a:solidFill>
                  <a:srgbClr val="C8A02C"/>
                </a:solidFill>
                <a:latin typeface="Calibri" pitchFamily="34" charset="0"/>
                <a:ea typeface="Calibri" pitchFamily="34" charset="-122"/>
                <a:cs typeface="Calibri" pitchFamily="34" charset="-120"/>
              </a:rPr>
              <a:t>SECTION 12</a:t>
            </a:r>
            <a:endParaRPr lang="en-US" sz="105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marL="0" indent="0">
              <a:buNone/>
            </a:pPr>
            <a:r>
              <a:rPr lang="en-US" sz="3100" b="1" dirty="0">
                <a:solidFill>
                  <a:srgbClr val="1B2A55"/>
                </a:solidFill>
                <a:latin typeface="Cambria" pitchFamily="34" charset="0"/>
                <a:ea typeface="Cambria" pitchFamily="34" charset="-122"/>
                <a:cs typeface="Cambria" pitchFamily="34" charset="-120"/>
              </a:rPr>
              <a:t>References</a:t>
            </a:r>
            <a:endParaRPr lang="en-US" sz="3100" dirty="0"/>
          </a:p>
        </p:txBody>
      </p:sp>
      <p:sp>
        <p:nvSpPr>
          <p:cNvPr id="5" name="Shape 3"/>
          <p:cNvSpPr/>
          <p:nvPr/>
        </p:nvSpPr>
        <p:spPr>
          <a:xfrm>
            <a:off x="548640" y="1572768"/>
            <a:ext cx="11064240" cy="3657600"/>
          </a:xfrm>
          <a:prstGeom prst="roundRect">
            <a:avLst>
              <a:gd name="adj" fmla="val 2000"/>
            </a:avLst>
          </a:prstGeom>
          <a:solidFill>
            <a:srgbClr val="F1F4F9"/>
          </a:solidFill>
          <a:ln w="12700">
            <a:solidFill>
              <a:srgbClr val="DDE3EC"/>
            </a:solidFill>
            <a:prstDash val="solid"/>
          </a:ln>
        </p:spPr>
        <p:txBody>
          <a:bodyPr/>
          <a:lstStyle/>
          <a:p>
            <a:endParaRPr lang="en-IN"/>
          </a:p>
        </p:txBody>
      </p:sp>
      <p:sp>
        <p:nvSpPr>
          <p:cNvPr id="6" name="Text 4"/>
          <p:cNvSpPr txBox="1"/>
          <p:nvPr/>
        </p:nvSpPr>
        <p:spPr>
          <a:xfrm>
            <a:off x="868680" y="1805940"/>
            <a:ext cx="10424160" cy="3246120"/>
          </a:xfrm>
          <a:prstGeom prst="rect">
            <a:avLst/>
          </a:prstGeom>
          <a:noFill/>
          <a:ln/>
        </p:spPr>
        <p:txBody>
          <a:bodyPr wrap="square" lIns="0" tIns="0" rIns="0" bIns="0" rtlCol="0" anchor="ctr"/>
          <a:lstStyle/>
          <a:p>
            <a:r>
              <a:rPr lang="en-IN" sz="1400" b="1" dirty="0"/>
              <a:t>[1]</a:t>
            </a:r>
            <a:br>
              <a:rPr lang="en-IN" sz="1400" dirty="0"/>
            </a:br>
            <a:r>
              <a:rPr lang="en-IN" sz="1400" dirty="0"/>
              <a:t>A. Dal </a:t>
            </a:r>
            <a:r>
              <a:rPr lang="en-IN" sz="1400" dirty="0" err="1"/>
              <a:t>Pozzolo</a:t>
            </a:r>
            <a:r>
              <a:rPr lang="en-IN" sz="1400" dirty="0"/>
              <a:t>, G. </a:t>
            </a:r>
            <a:r>
              <a:rPr lang="en-IN" sz="1400" dirty="0" err="1"/>
              <a:t>Boracchi</a:t>
            </a:r>
            <a:r>
              <a:rPr lang="en-IN" sz="1400" dirty="0"/>
              <a:t>, O. Caelen, C. </a:t>
            </a:r>
            <a:r>
              <a:rPr lang="en-IN" sz="1400" dirty="0" err="1"/>
              <a:t>Alippi</a:t>
            </a:r>
            <a:r>
              <a:rPr lang="en-IN" sz="1400" dirty="0"/>
              <a:t> and G. Bontempi, "Credit card fraud detection: A realistic </a:t>
            </a:r>
            <a:r>
              <a:rPr lang="en-IN" sz="1400" dirty="0" err="1"/>
              <a:t>modeling</a:t>
            </a:r>
            <a:r>
              <a:rPr lang="en-IN" sz="1400" dirty="0"/>
              <a:t> and a novel learning strategy," </a:t>
            </a:r>
            <a:r>
              <a:rPr lang="en-IN" sz="1400" i="1" dirty="0"/>
              <a:t>IEEE Transactions on Neural Networks and Learning Systems</a:t>
            </a:r>
            <a:r>
              <a:rPr lang="en-IN" sz="1400" dirty="0"/>
              <a:t>, vol. 29, no. 8, pp. 3784-3797, 2018. </a:t>
            </a:r>
          </a:p>
          <a:p>
            <a:r>
              <a:rPr lang="en-IN" sz="1400" b="1" dirty="0"/>
              <a:t>[2]</a:t>
            </a:r>
            <a:br>
              <a:rPr lang="en-IN" sz="1400" dirty="0"/>
            </a:br>
            <a:r>
              <a:rPr lang="en-IN" sz="1400" dirty="0"/>
              <a:t>F. </a:t>
            </a:r>
            <a:r>
              <a:rPr lang="en-IN" sz="1400" dirty="0" err="1"/>
              <a:t>Carcillo</a:t>
            </a:r>
            <a:r>
              <a:rPr lang="en-IN" sz="1400" dirty="0"/>
              <a:t>, A. Dal </a:t>
            </a:r>
            <a:r>
              <a:rPr lang="en-IN" sz="1400" dirty="0" err="1"/>
              <a:t>Pozzolo</a:t>
            </a:r>
            <a:r>
              <a:rPr lang="en-IN" sz="1400" dirty="0"/>
              <a:t>, Y.-A. Le Borgne, O. Caelen, Y. </a:t>
            </a:r>
            <a:r>
              <a:rPr lang="en-IN" sz="1400" dirty="0" err="1"/>
              <a:t>Mazzer</a:t>
            </a:r>
            <a:r>
              <a:rPr lang="en-IN" sz="1400" dirty="0"/>
              <a:t> and G. Bontempi, "SCARFF: A scalable framework for streaming credit card fraud detection with Spark," </a:t>
            </a:r>
            <a:r>
              <a:rPr lang="en-IN" sz="1400" i="1" dirty="0"/>
              <a:t>Information Fusion</a:t>
            </a:r>
            <a:r>
              <a:rPr lang="en-IN" sz="1400" dirty="0"/>
              <a:t>, vol. 41, pp. 182-194, 2018. </a:t>
            </a:r>
          </a:p>
          <a:p>
            <a:r>
              <a:rPr lang="en-IN" sz="1400" b="1" dirty="0"/>
              <a:t>[3]</a:t>
            </a:r>
            <a:br>
              <a:rPr lang="en-IN" sz="1400" dirty="0"/>
            </a:br>
            <a:r>
              <a:rPr lang="en-IN" sz="1400" dirty="0"/>
              <a:t>M. A. A. M. R. A. J. et al., "Credit card fraud detection using machine learning algorithms," </a:t>
            </a:r>
            <a:r>
              <a:rPr lang="en-IN" sz="1400" i="1" dirty="0"/>
              <a:t>Procedia Computer Science</a:t>
            </a:r>
            <a:r>
              <a:rPr lang="en-IN" sz="1400" dirty="0"/>
              <a:t>, vol. 165, pp. 631-641, 2019. </a:t>
            </a:r>
          </a:p>
          <a:p>
            <a:r>
              <a:rPr lang="en-IN" sz="1400" b="1" dirty="0"/>
              <a:t>[4]</a:t>
            </a:r>
            <a:br>
              <a:rPr lang="en-IN" sz="1400" dirty="0"/>
            </a:br>
            <a:r>
              <a:rPr lang="en-IN" sz="1400" dirty="0"/>
              <a:t>A. Dal </a:t>
            </a:r>
            <a:r>
              <a:rPr lang="en-IN" sz="1400" dirty="0" err="1"/>
              <a:t>Pozzolo</a:t>
            </a:r>
            <a:r>
              <a:rPr lang="en-IN" sz="1400" dirty="0"/>
              <a:t>, O. Caelen, R. A. Johnson and G. Bontempi, "Calibrating probability with </a:t>
            </a:r>
            <a:r>
              <a:rPr lang="en-IN" sz="1400" dirty="0" err="1"/>
              <a:t>undersampling</a:t>
            </a:r>
            <a:r>
              <a:rPr lang="en-IN" sz="1400" dirty="0"/>
              <a:t> for unbalanced classification," in </a:t>
            </a:r>
            <a:r>
              <a:rPr lang="en-IN" sz="1400" i="1" dirty="0"/>
              <a:t>Proc. IEEE Symposium Series on Computational Intelligence (SSCI)</a:t>
            </a:r>
            <a:r>
              <a:rPr lang="en-IN" sz="1400" dirty="0"/>
              <a:t>, 2015.</a:t>
            </a:r>
          </a:p>
          <a:p>
            <a:r>
              <a:rPr lang="en-IN" sz="1400" b="1" dirty="0"/>
              <a:t>[5]</a:t>
            </a:r>
            <a:br>
              <a:rPr lang="en-IN" sz="1400" dirty="0"/>
            </a:br>
            <a:r>
              <a:rPr lang="en-IN" sz="1400" dirty="0"/>
              <a:t>D. J. Hand, "Classifier technology and fraud detection," </a:t>
            </a:r>
            <a:r>
              <a:rPr lang="en-IN" sz="1400" i="1" dirty="0"/>
              <a:t>Statistical Science</a:t>
            </a:r>
            <a:r>
              <a:rPr lang="en-IN" sz="1400" dirty="0"/>
              <a:t>, vol. 16, no. 2, pp. 148-156, 2001.</a:t>
            </a:r>
          </a:p>
        </p:txBody>
      </p:sp>
      <p:sp>
        <p:nvSpPr>
          <p:cNvPr id="8" name="Text 6"/>
          <p:cNvSpPr txBox="1"/>
          <p:nvPr/>
        </p:nvSpPr>
        <p:spPr>
          <a:xfrm>
            <a:off x="548640" y="6355080"/>
            <a:ext cx="6400800" cy="274320"/>
          </a:xfrm>
          <a:prstGeom prst="rect">
            <a:avLst/>
          </a:prstGeom>
          <a:noFill/>
          <a:ln/>
        </p:spPr>
        <p:txBody>
          <a:bodyPr wrap="square" lIns="0" tIns="0" rIns="0" bIns="0" rtlCol="0" anchor="ctr"/>
          <a:lstStyle/>
          <a:p>
            <a:pPr marL="0" indent="0">
              <a:buNone/>
            </a:pPr>
            <a:r>
              <a:rPr lang="en-US" sz="950" dirty="0">
                <a:solidFill>
                  <a:srgbClr val="6B7280"/>
                </a:solidFill>
                <a:latin typeface="Calibri" pitchFamily="34" charset="0"/>
                <a:ea typeface="Calibri" pitchFamily="34" charset="-122"/>
                <a:cs typeface="Calibri" pitchFamily="34" charset="-120"/>
              </a:rPr>
              <a:t>Dept. of CSE  |  KL University, Bachupally Campus</a:t>
            </a:r>
            <a:endParaRPr lang="en-US" sz="950" dirty="0"/>
          </a:p>
        </p:txBody>
      </p:sp>
      <p:sp>
        <p:nvSpPr>
          <p:cNvPr id="9" name="Text 7"/>
          <p:cNvSpPr txBox="1"/>
          <p:nvPr/>
        </p:nvSpPr>
        <p:spPr>
          <a:xfrm>
            <a:off x="11064240" y="6355080"/>
            <a:ext cx="548640" cy="274320"/>
          </a:xfrm>
          <a:prstGeom prst="rect">
            <a:avLst/>
          </a:prstGeom>
          <a:noFill/>
          <a:ln/>
        </p:spPr>
        <p:txBody>
          <a:bodyPr wrap="square" lIns="0" tIns="0" rIns="0" bIns="0" rtlCol="0" anchor="ctr"/>
          <a:lstStyle/>
          <a:p>
            <a:pPr marL="0" indent="0" algn="r">
              <a:buNone/>
            </a:pPr>
            <a:r>
              <a:rPr lang="en-US" sz="950" dirty="0">
                <a:solidFill>
                  <a:srgbClr val="6B7280"/>
                </a:solidFill>
                <a:latin typeface="Calibri" pitchFamily="34" charset="0"/>
                <a:ea typeface="Calibri" pitchFamily="34" charset="-122"/>
                <a:cs typeface="Calibri" pitchFamily="34" charset="-120"/>
              </a:rPr>
              <a:t>14</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5">
    <p:bg>
      <p:bgPr>
        <a:solidFill>
          <a:srgbClr val="101B3A"/>
        </a:solidFill>
        <a:effectLst/>
      </p:bgPr>
    </p:bg>
    <p:spTree>
      <p:nvGrpSpPr>
        <p:cNvPr id="1" name=""/>
        <p:cNvGrpSpPr/>
        <p:nvPr/>
      </p:nvGrpSpPr>
      <p:grpSpPr>
        <a:xfrm>
          <a:off x="0" y="0"/>
          <a:ext cx="0" cy="0"/>
          <a:chOff x="0" y="0"/>
          <a:chExt cx="0" cy="0"/>
        </a:xfrm>
      </p:grpSpPr>
      <p:sp>
        <p:nvSpPr>
          <p:cNvPr id="2" name="Text 0"/>
          <p:cNvSpPr txBox="1"/>
          <p:nvPr/>
        </p:nvSpPr>
        <p:spPr>
          <a:xfrm>
            <a:off x="822960" y="2103120"/>
            <a:ext cx="10515600" cy="1005840"/>
          </a:xfrm>
          <a:prstGeom prst="rect">
            <a:avLst/>
          </a:prstGeom>
          <a:noFill/>
          <a:ln/>
        </p:spPr>
        <p:txBody>
          <a:bodyPr wrap="square" lIns="0" tIns="0" rIns="0" bIns="0" rtlCol="0" anchor="ctr"/>
          <a:lstStyle/>
          <a:p>
            <a:pPr marL="0" indent="0">
              <a:buNone/>
            </a:pPr>
            <a:r>
              <a:rPr lang="en-US" sz="5200" b="1" dirty="0">
                <a:solidFill>
                  <a:srgbClr val="FFFFFF"/>
                </a:solidFill>
                <a:latin typeface="Cambria" pitchFamily="34" charset="0"/>
                <a:ea typeface="Cambria" pitchFamily="34" charset="-122"/>
                <a:cs typeface="Cambria" pitchFamily="34" charset="-120"/>
              </a:rPr>
              <a:t>Thank You</a:t>
            </a:r>
            <a:endParaRPr lang="en-US" sz="5200" dirty="0"/>
          </a:p>
        </p:txBody>
      </p:sp>
      <p:sp>
        <p:nvSpPr>
          <p:cNvPr id="4" name="Shape 2"/>
          <p:cNvSpPr/>
          <p:nvPr/>
        </p:nvSpPr>
        <p:spPr>
          <a:xfrm>
            <a:off x="822960" y="3977640"/>
            <a:ext cx="2926080" cy="0"/>
          </a:xfrm>
          <a:prstGeom prst="line">
            <a:avLst/>
          </a:prstGeom>
          <a:noFill/>
          <a:ln w="25400">
            <a:solidFill>
              <a:srgbClr val="2E3F6E"/>
            </a:solidFill>
            <a:prstDash val="solid"/>
          </a:ln>
        </p:spPr>
        <p:txBody>
          <a:bodyPr/>
          <a:lstStyle/>
          <a:p>
            <a:endParaRPr lang="en-IN"/>
          </a:p>
        </p:txBody>
      </p:sp>
      <p:sp>
        <p:nvSpPr>
          <p:cNvPr id="5" name="Text 3"/>
          <p:cNvSpPr txBox="1"/>
          <p:nvPr/>
        </p:nvSpPr>
        <p:spPr>
          <a:xfrm>
            <a:off x="822960" y="4251960"/>
            <a:ext cx="10515600" cy="365760"/>
          </a:xfrm>
          <a:prstGeom prst="rect">
            <a:avLst/>
          </a:prstGeom>
          <a:noFill/>
          <a:ln/>
        </p:spPr>
        <p:txBody>
          <a:bodyPr wrap="square" lIns="0" tIns="0" rIns="0" bIns="0" rtlCol="0" anchor="ctr"/>
          <a:lstStyle/>
          <a:p>
            <a:pPr marL="0" indent="0">
              <a:buNone/>
            </a:pPr>
            <a:r>
              <a:rPr lang="en-US" sz="1400" dirty="0">
                <a:solidFill>
                  <a:srgbClr val="AEBBD6"/>
                </a:solidFill>
                <a:latin typeface="Calibri" pitchFamily="34" charset="0"/>
                <a:ea typeface="Calibri" pitchFamily="34" charset="-122"/>
                <a:cs typeface="Calibri" pitchFamily="34" charset="-120"/>
              </a:rPr>
              <a:t>Team: &lt;15&gt;   |   Guide: &lt; Raghavendra&gt;   |   Dept. of CSE, KLH Bachupally</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442</TotalTime>
  <Words>2416</Words>
  <Application>Microsoft Office PowerPoint</Application>
  <PresentationFormat>Widescreen</PresentationFormat>
  <Paragraphs>303</Paragraphs>
  <Slides>17</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Minor Project - Model Review Presentation</dc:title>
  <dc:subject>PptxGenJS Presentation</dc:subject>
  <dc:creator>likki</dc:creator>
  <cp:lastModifiedBy>Likhitha Mikkilineni</cp:lastModifiedBy>
  <cp:revision>8</cp:revision>
  <dcterms:created xsi:type="dcterms:W3CDTF">2026-09-16T05:47:29Z</dcterms:created>
  <dcterms:modified xsi:type="dcterms:W3CDTF">2026-09-18T14:36:25Z</dcterms:modified>
</cp:coreProperties>
</file>